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9" r:id="rId3"/>
    <p:sldId id="272" r:id="rId4"/>
    <p:sldId id="273" r:id="rId5"/>
    <p:sldId id="257" r:id="rId6"/>
    <p:sldId id="258" r:id="rId7"/>
    <p:sldId id="274" r:id="rId8"/>
    <p:sldId id="275" r:id="rId9"/>
    <p:sldId id="276" r:id="rId10"/>
    <p:sldId id="277" r:id="rId11"/>
    <p:sldId id="259" r:id="rId12"/>
    <p:sldId id="260" r:id="rId13"/>
    <p:sldId id="261" r:id="rId14"/>
    <p:sldId id="263" r:id="rId15"/>
    <p:sldId id="278" r:id="rId16"/>
    <p:sldId id="26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808" autoAdjust="0"/>
  </p:normalViewPr>
  <p:slideViewPr>
    <p:cSldViewPr snapToGrid="0" snapToObjects="1">
      <p:cViewPr varScale="1">
        <p:scale>
          <a:sx n="88" d="100"/>
          <a:sy n="88" d="100"/>
        </p:scale>
        <p:origin x="86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098B82-0809-4C3D-8FAA-48CCDA360BE6}" type="doc">
      <dgm:prSet loTypeId="urn:microsoft.com/office/officeart/2018/2/layout/IconVerticalSolidList" loCatId="icon" qsTypeId="urn:microsoft.com/office/officeart/2005/8/quickstyle/simple1" qsCatId="simple" csTypeId="urn:microsoft.com/office/officeart/2005/8/colors/accent4_4" csCatId="accent4" phldr="1"/>
      <dgm:spPr/>
      <dgm:t>
        <a:bodyPr/>
        <a:lstStyle/>
        <a:p>
          <a:endParaRPr lang="en-US"/>
        </a:p>
      </dgm:t>
    </dgm:pt>
    <dgm:pt modelId="{A228F8A0-2EAD-4BA6-BA86-8DD128746735}">
      <dgm:prSet/>
      <dgm:spPr/>
      <dgm:t>
        <a:bodyPr/>
        <a:lstStyle/>
        <a:p>
          <a:pPr>
            <a:lnSpc>
              <a:spcPct val="100000"/>
            </a:lnSpc>
          </a:pPr>
          <a:r>
            <a:rPr lang="en-US"/>
            <a:t>AI is already shaping:</a:t>
          </a:r>
        </a:p>
      </dgm:t>
    </dgm:pt>
    <dgm:pt modelId="{71ECAD78-F5B6-498E-A89A-5432889A67F4}" type="parTrans" cxnId="{A60B6B51-EB5D-449C-A64B-80255036CBB4}">
      <dgm:prSet/>
      <dgm:spPr/>
      <dgm:t>
        <a:bodyPr/>
        <a:lstStyle/>
        <a:p>
          <a:endParaRPr lang="en-US"/>
        </a:p>
      </dgm:t>
    </dgm:pt>
    <dgm:pt modelId="{0337DD25-B815-441C-B49C-947395ED4ED8}" type="sibTrans" cxnId="{A60B6B51-EB5D-449C-A64B-80255036CBB4}">
      <dgm:prSet/>
      <dgm:spPr/>
      <dgm:t>
        <a:bodyPr/>
        <a:lstStyle/>
        <a:p>
          <a:endParaRPr lang="en-US"/>
        </a:p>
      </dgm:t>
    </dgm:pt>
    <dgm:pt modelId="{38C95CC8-9A7C-4C4B-BB44-FD8E1D347900}">
      <dgm:prSet/>
      <dgm:spPr/>
      <dgm:t>
        <a:bodyPr/>
        <a:lstStyle/>
        <a:p>
          <a:pPr>
            <a:lnSpc>
              <a:spcPct val="100000"/>
            </a:lnSpc>
          </a:pPr>
          <a:r>
            <a:rPr lang="en-US" dirty="0"/>
            <a:t>Jobs</a:t>
          </a:r>
        </a:p>
      </dgm:t>
    </dgm:pt>
    <dgm:pt modelId="{CF3AC9BF-0DD2-456B-B3E7-2D4D568CE9FA}" type="parTrans" cxnId="{6F1B1D1A-4FC6-4847-A780-9C32CEDC4DBC}">
      <dgm:prSet/>
      <dgm:spPr/>
      <dgm:t>
        <a:bodyPr/>
        <a:lstStyle/>
        <a:p>
          <a:endParaRPr lang="en-US"/>
        </a:p>
      </dgm:t>
    </dgm:pt>
    <dgm:pt modelId="{1E8BBD81-00EB-44E4-AC53-2FB24C0B8ADA}" type="sibTrans" cxnId="{6F1B1D1A-4FC6-4847-A780-9C32CEDC4DBC}">
      <dgm:prSet/>
      <dgm:spPr/>
      <dgm:t>
        <a:bodyPr/>
        <a:lstStyle/>
        <a:p>
          <a:endParaRPr lang="en-US"/>
        </a:p>
      </dgm:t>
    </dgm:pt>
    <dgm:pt modelId="{95E21EDE-FAB6-40BA-A2DE-6B7236F7A888}">
      <dgm:prSet/>
      <dgm:spPr/>
      <dgm:t>
        <a:bodyPr/>
        <a:lstStyle/>
        <a:p>
          <a:pPr>
            <a:lnSpc>
              <a:spcPct val="100000"/>
            </a:lnSpc>
          </a:pPr>
          <a:r>
            <a:rPr lang="en-US" dirty="0"/>
            <a:t>Businesses</a:t>
          </a:r>
        </a:p>
      </dgm:t>
    </dgm:pt>
    <dgm:pt modelId="{BD4179F7-AC87-4E29-8337-56AB8DC2478D}" type="parTrans" cxnId="{BAE01BA7-0B42-46A6-902E-46A4B038B000}">
      <dgm:prSet/>
      <dgm:spPr/>
      <dgm:t>
        <a:bodyPr/>
        <a:lstStyle/>
        <a:p>
          <a:endParaRPr lang="en-US"/>
        </a:p>
      </dgm:t>
    </dgm:pt>
    <dgm:pt modelId="{C2B90D76-940F-4C1F-908D-D20BDCCAEA4A}" type="sibTrans" cxnId="{BAE01BA7-0B42-46A6-902E-46A4B038B000}">
      <dgm:prSet/>
      <dgm:spPr/>
      <dgm:t>
        <a:bodyPr/>
        <a:lstStyle/>
        <a:p>
          <a:endParaRPr lang="en-US"/>
        </a:p>
      </dgm:t>
    </dgm:pt>
    <dgm:pt modelId="{CA4F76B0-0A81-49BF-A1E0-CB6BA7594CFD}">
      <dgm:prSet/>
      <dgm:spPr/>
      <dgm:t>
        <a:bodyPr/>
        <a:lstStyle/>
        <a:p>
          <a:pPr>
            <a:lnSpc>
              <a:spcPct val="100000"/>
            </a:lnSpc>
          </a:pPr>
          <a:r>
            <a:rPr lang="en-US" dirty="0"/>
            <a:t>Daily life</a:t>
          </a:r>
        </a:p>
      </dgm:t>
    </dgm:pt>
    <dgm:pt modelId="{8ABA4432-D25B-4E4D-BC39-0F0F1CE92A0B}" type="parTrans" cxnId="{4DCFCA9D-712D-418B-99E3-BC4EF2198D91}">
      <dgm:prSet/>
      <dgm:spPr/>
      <dgm:t>
        <a:bodyPr/>
        <a:lstStyle/>
        <a:p>
          <a:endParaRPr lang="en-US"/>
        </a:p>
      </dgm:t>
    </dgm:pt>
    <dgm:pt modelId="{94F8F6E5-EB38-4EBE-BCF0-A4848A52A09A}" type="sibTrans" cxnId="{4DCFCA9D-712D-418B-99E3-BC4EF2198D91}">
      <dgm:prSet/>
      <dgm:spPr/>
      <dgm:t>
        <a:bodyPr/>
        <a:lstStyle/>
        <a:p>
          <a:endParaRPr lang="en-US"/>
        </a:p>
      </dgm:t>
    </dgm:pt>
    <dgm:pt modelId="{E9062B46-43C2-4A4F-A268-4F28C292EAF6}">
      <dgm:prSet/>
      <dgm:spPr/>
      <dgm:t>
        <a:bodyPr/>
        <a:lstStyle/>
        <a:p>
          <a:pPr>
            <a:lnSpc>
              <a:spcPct val="100000"/>
            </a:lnSpc>
          </a:pPr>
          <a:r>
            <a:rPr lang="en-US"/>
            <a:t>The question is not IF — but how you will participate.</a:t>
          </a:r>
        </a:p>
      </dgm:t>
    </dgm:pt>
    <dgm:pt modelId="{71AA215F-DFF4-43A7-AECB-3901D216B622}" type="parTrans" cxnId="{CBDDC395-8E5C-4804-A362-3BF4BDAF34D8}">
      <dgm:prSet/>
      <dgm:spPr/>
      <dgm:t>
        <a:bodyPr/>
        <a:lstStyle/>
        <a:p>
          <a:endParaRPr lang="en-US"/>
        </a:p>
      </dgm:t>
    </dgm:pt>
    <dgm:pt modelId="{69EAB614-F153-4442-BB7D-67AF7D048F19}" type="sibTrans" cxnId="{CBDDC395-8E5C-4804-A362-3BF4BDAF34D8}">
      <dgm:prSet/>
      <dgm:spPr/>
      <dgm:t>
        <a:bodyPr/>
        <a:lstStyle/>
        <a:p>
          <a:endParaRPr lang="en-US"/>
        </a:p>
      </dgm:t>
    </dgm:pt>
    <dgm:pt modelId="{D8144F8B-2E8C-4235-A5D4-5447BA458F8E}" type="pres">
      <dgm:prSet presAssocID="{CF098B82-0809-4C3D-8FAA-48CCDA360BE6}" presName="root" presStyleCnt="0">
        <dgm:presLayoutVars>
          <dgm:dir/>
          <dgm:resizeHandles val="exact"/>
        </dgm:presLayoutVars>
      </dgm:prSet>
      <dgm:spPr/>
    </dgm:pt>
    <dgm:pt modelId="{02030639-E14E-4F5A-AB6B-43AA829CBE07}" type="pres">
      <dgm:prSet presAssocID="{A228F8A0-2EAD-4BA6-BA86-8DD128746735}" presName="compNode" presStyleCnt="0"/>
      <dgm:spPr/>
    </dgm:pt>
    <dgm:pt modelId="{E13649AA-EEBA-43DF-B9DC-66D5BA99D5CC}" type="pres">
      <dgm:prSet presAssocID="{A228F8A0-2EAD-4BA6-BA86-8DD128746735}" presName="bgRect" presStyleLbl="bgShp" presStyleIdx="0" presStyleCnt="5" custLinFactNeighborX="2299" custLinFactNeighborY="-89441"/>
      <dgm:spPr/>
    </dgm:pt>
    <dgm:pt modelId="{F502D23C-BBF6-4782-B853-5010E19F4F94}" type="pres">
      <dgm:prSet presAssocID="{A228F8A0-2EAD-4BA6-BA86-8DD12874673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6405466B-C7E7-47A0-BD5C-91A60B46BFA9}" type="pres">
      <dgm:prSet presAssocID="{A228F8A0-2EAD-4BA6-BA86-8DD128746735}" presName="spaceRect" presStyleCnt="0"/>
      <dgm:spPr/>
    </dgm:pt>
    <dgm:pt modelId="{D50C92A9-78A3-47B4-B227-86BD4563A3EB}" type="pres">
      <dgm:prSet presAssocID="{A228F8A0-2EAD-4BA6-BA86-8DD128746735}" presName="parTx" presStyleLbl="revTx" presStyleIdx="0" presStyleCnt="5">
        <dgm:presLayoutVars>
          <dgm:chMax val="0"/>
          <dgm:chPref val="0"/>
        </dgm:presLayoutVars>
      </dgm:prSet>
      <dgm:spPr/>
    </dgm:pt>
    <dgm:pt modelId="{89D93700-F401-4ECA-94E9-9EA907F0BDA3}" type="pres">
      <dgm:prSet presAssocID="{0337DD25-B815-441C-B49C-947395ED4ED8}" presName="sibTrans" presStyleCnt="0"/>
      <dgm:spPr/>
    </dgm:pt>
    <dgm:pt modelId="{9BF7A409-52CE-4349-84E3-C1B95FDAB8E7}" type="pres">
      <dgm:prSet presAssocID="{38C95CC8-9A7C-4C4B-BB44-FD8E1D347900}" presName="compNode" presStyleCnt="0"/>
      <dgm:spPr/>
    </dgm:pt>
    <dgm:pt modelId="{1027960F-0A73-4981-9284-5089D37F71B5}" type="pres">
      <dgm:prSet presAssocID="{38C95CC8-9A7C-4C4B-BB44-FD8E1D347900}" presName="bgRect" presStyleLbl="bgShp" presStyleIdx="1" presStyleCnt="5"/>
      <dgm:spPr/>
    </dgm:pt>
    <dgm:pt modelId="{14875345-EEAA-4154-9CAD-125539596AE2}" type="pres">
      <dgm:prSet presAssocID="{38C95CC8-9A7C-4C4B-BB44-FD8E1D34790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iefcase"/>
        </a:ext>
      </dgm:extLst>
    </dgm:pt>
    <dgm:pt modelId="{CD0A667F-3018-4B96-B2C9-FBF28A52A1B9}" type="pres">
      <dgm:prSet presAssocID="{38C95CC8-9A7C-4C4B-BB44-FD8E1D347900}" presName="spaceRect" presStyleCnt="0"/>
      <dgm:spPr/>
    </dgm:pt>
    <dgm:pt modelId="{21290742-6D9E-46A7-9C37-5EEA9B1A1A14}" type="pres">
      <dgm:prSet presAssocID="{38C95CC8-9A7C-4C4B-BB44-FD8E1D347900}" presName="parTx" presStyleLbl="revTx" presStyleIdx="1" presStyleCnt="5">
        <dgm:presLayoutVars>
          <dgm:chMax val="0"/>
          <dgm:chPref val="0"/>
        </dgm:presLayoutVars>
      </dgm:prSet>
      <dgm:spPr/>
    </dgm:pt>
    <dgm:pt modelId="{538544F6-135B-4E5A-8E4C-9A6C6757F776}" type="pres">
      <dgm:prSet presAssocID="{1E8BBD81-00EB-44E4-AC53-2FB24C0B8ADA}" presName="sibTrans" presStyleCnt="0"/>
      <dgm:spPr/>
    </dgm:pt>
    <dgm:pt modelId="{DEA04FE6-CB62-4066-9351-8AC23E99B04E}" type="pres">
      <dgm:prSet presAssocID="{95E21EDE-FAB6-40BA-A2DE-6B7236F7A888}" presName="compNode" presStyleCnt="0"/>
      <dgm:spPr/>
    </dgm:pt>
    <dgm:pt modelId="{975F0380-FB79-44B2-813D-7259E08A2F20}" type="pres">
      <dgm:prSet presAssocID="{95E21EDE-FAB6-40BA-A2DE-6B7236F7A888}" presName="bgRect" presStyleLbl="bgShp" presStyleIdx="2" presStyleCnt="5"/>
      <dgm:spPr/>
    </dgm:pt>
    <dgm:pt modelId="{809F6388-D680-456D-B658-1E927E12B378}" type="pres">
      <dgm:prSet presAssocID="{95E21EDE-FAB6-40BA-A2DE-6B7236F7A88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ity"/>
        </a:ext>
      </dgm:extLst>
    </dgm:pt>
    <dgm:pt modelId="{5C6C073C-D011-4C34-B31E-4805FE11A7DC}" type="pres">
      <dgm:prSet presAssocID="{95E21EDE-FAB6-40BA-A2DE-6B7236F7A888}" presName="spaceRect" presStyleCnt="0"/>
      <dgm:spPr/>
    </dgm:pt>
    <dgm:pt modelId="{3718A27B-B551-4A76-9CA8-4F99B191EFAE}" type="pres">
      <dgm:prSet presAssocID="{95E21EDE-FAB6-40BA-A2DE-6B7236F7A888}" presName="parTx" presStyleLbl="revTx" presStyleIdx="2" presStyleCnt="5">
        <dgm:presLayoutVars>
          <dgm:chMax val="0"/>
          <dgm:chPref val="0"/>
        </dgm:presLayoutVars>
      </dgm:prSet>
      <dgm:spPr/>
    </dgm:pt>
    <dgm:pt modelId="{148D827A-3476-4CCE-88FB-BCA149659B2B}" type="pres">
      <dgm:prSet presAssocID="{C2B90D76-940F-4C1F-908D-D20BDCCAEA4A}" presName="sibTrans" presStyleCnt="0"/>
      <dgm:spPr/>
    </dgm:pt>
    <dgm:pt modelId="{AE0A7CC4-0021-4871-84C3-8E10F5886AB4}" type="pres">
      <dgm:prSet presAssocID="{CA4F76B0-0A81-49BF-A1E0-CB6BA7594CFD}" presName="compNode" presStyleCnt="0"/>
      <dgm:spPr/>
    </dgm:pt>
    <dgm:pt modelId="{73F4203C-65BC-4A5E-9D5F-08C928AE05BD}" type="pres">
      <dgm:prSet presAssocID="{CA4F76B0-0A81-49BF-A1E0-CB6BA7594CFD}" presName="bgRect" presStyleLbl="bgShp" presStyleIdx="3" presStyleCnt="5"/>
      <dgm:spPr/>
    </dgm:pt>
    <dgm:pt modelId="{960F8DA0-2BDC-4146-B2F6-DC6571B09D76}" type="pres">
      <dgm:prSet presAssocID="{CA4F76B0-0A81-49BF-A1E0-CB6BA7594CF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p and bucket"/>
        </a:ext>
      </dgm:extLst>
    </dgm:pt>
    <dgm:pt modelId="{7BFD5DED-65DD-4E38-9ED6-0D9179CDEDAF}" type="pres">
      <dgm:prSet presAssocID="{CA4F76B0-0A81-49BF-A1E0-CB6BA7594CFD}" presName="spaceRect" presStyleCnt="0"/>
      <dgm:spPr/>
    </dgm:pt>
    <dgm:pt modelId="{04DC43F8-AA22-42DE-AF2E-C50370118EA8}" type="pres">
      <dgm:prSet presAssocID="{CA4F76B0-0A81-49BF-A1E0-CB6BA7594CFD}" presName="parTx" presStyleLbl="revTx" presStyleIdx="3" presStyleCnt="5">
        <dgm:presLayoutVars>
          <dgm:chMax val="0"/>
          <dgm:chPref val="0"/>
        </dgm:presLayoutVars>
      </dgm:prSet>
      <dgm:spPr/>
    </dgm:pt>
    <dgm:pt modelId="{C4B04816-C08E-4D16-91BE-D2065FFE6A39}" type="pres">
      <dgm:prSet presAssocID="{94F8F6E5-EB38-4EBE-BCF0-A4848A52A09A}" presName="sibTrans" presStyleCnt="0"/>
      <dgm:spPr/>
    </dgm:pt>
    <dgm:pt modelId="{7D4FD9D0-242C-4E5E-820F-01527945AEFF}" type="pres">
      <dgm:prSet presAssocID="{E9062B46-43C2-4A4F-A268-4F28C292EAF6}" presName="compNode" presStyleCnt="0"/>
      <dgm:spPr/>
    </dgm:pt>
    <dgm:pt modelId="{76861257-BD6B-4DB2-8409-82F3381EE550}" type="pres">
      <dgm:prSet presAssocID="{E9062B46-43C2-4A4F-A268-4F28C292EAF6}" presName="bgRect" presStyleLbl="bgShp" presStyleIdx="4" presStyleCnt="5"/>
      <dgm:spPr/>
    </dgm:pt>
    <dgm:pt modelId="{04A15BE1-AAB3-417A-8577-0509DE9C8E7B}" type="pres">
      <dgm:prSet presAssocID="{E9062B46-43C2-4A4F-A268-4F28C292EAF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Question mark"/>
        </a:ext>
      </dgm:extLst>
    </dgm:pt>
    <dgm:pt modelId="{25AC8856-5879-442E-A1F9-4A43B774DEE5}" type="pres">
      <dgm:prSet presAssocID="{E9062B46-43C2-4A4F-A268-4F28C292EAF6}" presName="spaceRect" presStyleCnt="0"/>
      <dgm:spPr/>
    </dgm:pt>
    <dgm:pt modelId="{25F7CB47-44A6-4D78-B5BD-BF547823F8F2}" type="pres">
      <dgm:prSet presAssocID="{E9062B46-43C2-4A4F-A268-4F28C292EAF6}" presName="parTx" presStyleLbl="revTx" presStyleIdx="4" presStyleCnt="5">
        <dgm:presLayoutVars>
          <dgm:chMax val="0"/>
          <dgm:chPref val="0"/>
        </dgm:presLayoutVars>
      </dgm:prSet>
      <dgm:spPr/>
    </dgm:pt>
  </dgm:ptLst>
  <dgm:cxnLst>
    <dgm:cxn modelId="{528FBC03-A881-4B51-B91B-2706D2B71CAB}" type="presOf" srcId="{A228F8A0-2EAD-4BA6-BA86-8DD128746735}" destId="{D50C92A9-78A3-47B4-B227-86BD4563A3EB}" srcOrd="0" destOrd="0" presId="urn:microsoft.com/office/officeart/2018/2/layout/IconVerticalSolidList"/>
    <dgm:cxn modelId="{6F1B1D1A-4FC6-4847-A780-9C32CEDC4DBC}" srcId="{CF098B82-0809-4C3D-8FAA-48CCDA360BE6}" destId="{38C95CC8-9A7C-4C4B-BB44-FD8E1D347900}" srcOrd="1" destOrd="0" parTransId="{CF3AC9BF-0DD2-456B-B3E7-2D4D568CE9FA}" sibTransId="{1E8BBD81-00EB-44E4-AC53-2FB24C0B8ADA}"/>
    <dgm:cxn modelId="{E3C4A326-A96F-4E57-9CE1-80AF0005513A}" type="presOf" srcId="{CA4F76B0-0A81-49BF-A1E0-CB6BA7594CFD}" destId="{04DC43F8-AA22-42DE-AF2E-C50370118EA8}" srcOrd="0" destOrd="0" presId="urn:microsoft.com/office/officeart/2018/2/layout/IconVerticalSolidList"/>
    <dgm:cxn modelId="{3F2C2B35-AFEC-469F-BD52-0CAC6DA6249B}" type="presOf" srcId="{E9062B46-43C2-4A4F-A268-4F28C292EAF6}" destId="{25F7CB47-44A6-4D78-B5BD-BF547823F8F2}" srcOrd="0" destOrd="0" presId="urn:microsoft.com/office/officeart/2018/2/layout/IconVerticalSolidList"/>
    <dgm:cxn modelId="{87174B40-B0C2-4C57-9E99-DF275EA8D895}" type="presOf" srcId="{95E21EDE-FAB6-40BA-A2DE-6B7236F7A888}" destId="{3718A27B-B551-4A76-9CA8-4F99B191EFAE}" srcOrd="0" destOrd="0" presId="urn:microsoft.com/office/officeart/2018/2/layout/IconVerticalSolidList"/>
    <dgm:cxn modelId="{A60B6B51-EB5D-449C-A64B-80255036CBB4}" srcId="{CF098B82-0809-4C3D-8FAA-48CCDA360BE6}" destId="{A228F8A0-2EAD-4BA6-BA86-8DD128746735}" srcOrd="0" destOrd="0" parTransId="{71ECAD78-F5B6-498E-A89A-5432889A67F4}" sibTransId="{0337DD25-B815-441C-B49C-947395ED4ED8}"/>
    <dgm:cxn modelId="{CBDDC395-8E5C-4804-A362-3BF4BDAF34D8}" srcId="{CF098B82-0809-4C3D-8FAA-48CCDA360BE6}" destId="{E9062B46-43C2-4A4F-A268-4F28C292EAF6}" srcOrd="4" destOrd="0" parTransId="{71AA215F-DFF4-43A7-AECB-3901D216B622}" sibTransId="{69EAB614-F153-4442-BB7D-67AF7D048F19}"/>
    <dgm:cxn modelId="{4DCFCA9D-712D-418B-99E3-BC4EF2198D91}" srcId="{CF098B82-0809-4C3D-8FAA-48CCDA360BE6}" destId="{CA4F76B0-0A81-49BF-A1E0-CB6BA7594CFD}" srcOrd="3" destOrd="0" parTransId="{8ABA4432-D25B-4E4D-BC39-0F0F1CE92A0B}" sibTransId="{94F8F6E5-EB38-4EBE-BCF0-A4848A52A09A}"/>
    <dgm:cxn modelId="{805EDBA4-33CD-4B43-B44B-76D422F8739B}" type="presOf" srcId="{38C95CC8-9A7C-4C4B-BB44-FD8E1D347900}" destId="{21290742-6D9E-46A7-9C37-5EEA9B1A1A14}" srcOrd="0" destOrd="0" presId="urn:microsoft.com/office/officeart/2018/2/layout/IconVerticalSolidList"/>
    <dgm:cxn modelId="{BAE01BA7-0B42-46A6-902E-46A4B038B000}" srcId="{CF098B82-0809-4C3D-8FAA-48CCDA360BE6}" destId="{95E21EDE-FAB6-40BA-A2DE-6B7236F7A888}" srcOrd="2" destOrd="0" parTransId="{BD4179F7-AC87-4E29-8337-56AB8DC2478D}" sibTransId="{C2B90D76-940F-4C1F-908D-D20BDCCAEA4A}"/>
    <dgm:cxn modelId="{A07E7EF9-C937-4224-A503-ED8E2BE5D762}" type="presOf" srcId="{CF098B82-0809-4C3D-8FAA-48CCDA360BE6}" destId="{D8144F8B-2E8C-4235-A5D4-5447BA458F8E}" srcOrd="0" destOrd="0" presId="urn:microsoft.com/office/officeart/2018/2/layout/IconVerticalSolidList"/>
    <dgm:cxn modelId="{77B960F4-69FB-48E1-A3D5-9F7D005F9AEC}" type="presParOf" srcId="{D8144F8B-2E8C-4235-A5D4-5447BA458F8E}" destId="{02030639-E14E-4F5A-AB6B-43AA829CBE07}" srcOrd="0" destOrd="0" presId="urn:microsoft.com/office/officeart/2018/2/layout/IconVerticalSolidList"/>
    <dgm:cxn modelId="{96C7E458-DCF3-4486-82A9-5BD0A2C99859}" type="presParOf" srcId="{02030639-E14E-4F5A-AB6B-43AA829CBE07}" destId="{E13649AA-EEBA-43DF-B9DC-66D5BA99D5CC}" srcOrd="0" destOrd="0" presId="urn:microsoft.com/office/officeart/2018/2/layout/IconVerticalSolidList"/>
    <dgm:cxn modelId="{C6A038D3-FF22-4BF3-85CE-15AA1D72BB77}" type="presParOf" srcId="{02030639-E14E-4F5A-AB6B-43AA829CBE07}" destId="{F502D23C-BBF6-4782-B853-5010E19F4F94}" srcOrd="1" destOrd="0" presId="urn:microsoft.com/office/officeart/2018/2/layout/IconVerticalSolidList"/>
    <dgm:cxn modelId="{40092C15-0B49-4101-9A94-14D7CA4E50F3}" type="presParOf" srcId="{02030639-E14E-4F5A-AB6B-43AA829CBE07}" destId="{6405466B-C7E7-47A0-BD5C-91A60B46BFA9}" srcOrd="2" destOrd="0" presId="urn:microsoft.com/office/officeart/2018/2/layout/IconVerticalSolidList"/>
    <dgm:cxn modelId="{C0CA5C6C-D602-44F7-9416-DDB2F89C8539}" type="presParOf" srcId="{02030639-E14E-4F5A-AB6B-43AA829CBE07}" destId="{D50C92A9-78A3-47B4-B227-86BD4563A3EB}" srcOrd="3" destOrd="0" presId="urn:microsoft.com/office/officeart/2018/2/layout/IconVerticalSolidList"/>
    <dgm:cxn modelId="{F2CCD927-151D-499E-8AD2-C2557E5634BE}" type="presParOf" srcId="{D8144F8B-2E8C-4235-A5D4-5447BA458F8E}" destId="{89D93700-F401-4ECA-94E9-9EA907F0BDA3}" srcOrd="1" destOrd="0" presId="urn:microsoft.com/office/officeart/2018/2/layout/IconVerticalSolidList"/>
    <dgm:cxn modelId="{97B77727-BC15-42E3-82BB-C8188CBC2156}" type="presParOf" srcId="{D8144F8B-2E8C-4235-A5D4-5447BA458F8E}" destId="{9BF7A409-52CE-4349-84E3-C1B95FDAB8E7}" srcOrd="2" destOrd="0" presId="urn:microsoft.com/office/officeart/2018/2/layout/IconVerticalSolidList"/>
    <dgm:cxn modelId="{8157A9B2-6614-4746-BF9B-C6EE38B9154B}" type="presParOf" srcId="{9BF7A409-52CE-4349-84E3-C1B95FDAB8E7}" destId="{1027960F-0A73-4981-9284-5089D37F71B5}" srcOrd="0" destOrd="0" presId="urn:microsoft.com/office/officeart/2018/2/layout/IconVerticalSolidList"/>
    <dgm:cxn modelId="{03DED16C-EF64-435C-BCEC-33AB7D48DDF2}" type="presParOf" srcId="{9BF7A409-52CE-4349-84E3-C1B95FDAB8E7}" destId="{14875345-EEAA-4154-9CAD-125539596AE2}" srcOrd="1" destOrd="0" presId="urn:microsoft.com/office/officeart/2018/2/layout/IconVerticalSolidList"/>
    <dgm:cxn modelId="{99CCF8B6-E2AE-480D-981A-98C0EA647011}" type="presParOf" srcId="{9BF7A409-52CE-4349-84E3-C1B95FDAB8E7}" destId="{CD0A667F-3018-4B96-B2C9-FBF28A52A1B9}" srcOrd="2" destOrd="0" presId="urn:microsoft.com/office/officeart/2018/2/layout/IconVerticalSolidList"/>
    <dgm:cxn modelId="{75C5C912-3AD0-47E2-9C3E-46D9177D6698}" type="presParOf" srcId="{9BF7A409-52CE-4349-84E3-C1B95FDAB8E7}" destId="{21290742-6D9E-46A7-9C37-5EEA9B1A1A14}" srcOrd="3" destOrd="0" presId="urn:microsoft.com/office/officeart/2018/2/layout/IconVerticalSolidList"/>
    <dgm:cxn modelId="{4C84DAF2-76FA-477D-91C6-C1DF97BA478F}" type="presParOf" srcId="{D8144F8B-2E8C-4235-A5D4-5447BA458F8E}" destId="{538544F6-135B-4E5A-8E4C-9A6C6757F776}" srcOrd="3" destOrd="0" presId="urn:microsoft.com/office/officeart/2018/2/layout/IconVerticalSolidList"/>
    <dgm:cxn modelId="{2A652D92-A6D0-46F6-B9C9-033BB1BE9CF1}" type="presParOf" srcId="{D8144F8B-2E8C-4235-A5D4-5447BA458F8E}" destId="{DEA04FE6-CB62-4066-9351-8AC23E99B04E}" srcOrd="4" destOrd="0" presId="urn:microsoft.com/office/officeart/2018/2/layout/IconVerticalSolidList"/>
    <dgm:cxn modelId="{A3254B95-CEBE-406B-AC6F-E2C161824AC4}" type="presParOf" srcId="{DEA04FE6-CB62-4066-9351-8AC23E99B04E}" destId="{975F0380-FB79-44B2-813D-7259E08A2F20}" srcOrd="0" destOrd="0" presId="urn:microsoft.com/office/officeart/2018/2/layout/IconVerticalSolidList"/>
    <dgm:cxn modelId="{FE93B032-5F51-463D-AE3A-4A9DE7332E11}" type="presParOf" srcId="{DEA04FE6-CB62-4066-9351-8AC23E99B04E}" destId="{809F6388-D680-456D-B658-1E927E12B378}" srcOrd="1" destOrd="0" presId="urn:microsoft.com/office/officeart/2018/2/layout/IconVerticalSolidList"/>
    <dgm:cxn modelId="{3A65D390-237E-42AC-9595-C30C170B9C27}" type="presParOf" srcId="{DEA04FE6-CB62-4066-9351-8AC23E99B04E}" destId="{5C6C073C-D011-4C34-B31E-4805FE11A7DC}" srcOrd="2" destOrd="0" presId="urn:microsoft.com/office/officeart/2018/2/layout/IconVerticalSolidList"/>
    <dgm:cxn modelId="{9FD95850-53B5-4768-9C33-773D18A3ADA9}" type="presParOf" srcId="{DEA04FE6-CB62-4066-9351-8AC23E99B04E}" destId="{3718A27B-B551-4A76-9CA8-4F99B191EFAE}" srcOrd="3" destOrd="0" presId="urn:microsoft.com/office/officeart/2018/2/layout/IconVerticalSolidList"/>
    <dgm:cxn modelId="{5D0EBC2B-0698-4A25-A9D9-89C7F3024602}" type="presParOf" srcId="{D8144F8B-2E8C-4235-A5D4-5447BA458F8E}" destId="{148D827A-3476-4CCE-88FB-BCA149659B2B}" srcOrd="5" destOrd="0" presId="urn:microsoft.com/office/officeart/2018/2/layout/IconVerticalSolidList"/>
    <dgm:cxn modelId="{0E86BC18-C7D4-411C-B36B-524147F8FBB7}" type="presParOf" srcId="{D8144F8B-2E8C-4235-A5D4-5447BA458F8E}" destId="{AE0A7CC4-0021-4871-84C3-8E10F5886AB4}" srcOrd="6" destOrd="0" presId="urn:microsoft.com/office/officeart/2018/2/layout/IconVerticalSolidList"/>
    <dgm:cxn modelId="{B59E0DFE-2F3B-4254-9EF0-12C7608B5060}" type="presParOf" srcId="{AE0A7CC4-0021-4871-84C3-8E10F5886AB4}" destId="{73F4203C-65BC-4A5E-9D5F-08C928AE05BD}" srcOrd="0" destOrd="0" presId="urn:microsoft.com/office/officeart/2018/2/layout/IconVerticalSolidList"/>
    <dgm:cxn modelId="{BDE7DDF5-7F3C-4C87-9F68-5209D806C869}" type="presParOf" srcId="{AE0A7CC4-0021-4871-84C3-8E10F5886AB4}" destId="{960F8DA0-2BDC-4146-B2F6-DC6571B09D76}" srcOrd="1" destOrd="0" presId="urn:microsoft.com/office/officeart/2018/2/layout/IconVerticalSolidList"/>
    <dgm:cxn modelId="{BF9875C0-EBCF-45CD-868B-07A17383BE56}" type="presParOf" srcId="{AE0A7CC4-0021-4871-84C3-8E10F5886AB4}" destId="{7BFD5DED-65DD-4E38-9ED6-0D9179CDEDAF}" srcOrd="2" destOrd="0" presId="urn:microsoft.com/office/officeart/2018/2/layout/IconVerticalSolidList"/>
    <dgm:cxn modelId="{128496EB-80FE-4738-9D10-B1E9409AD4E7}" type="presParOf" srcId="{AE0A7CC4-0021-4871-84C3-8E10F5886AB4}" destId="{04DC43F8-AA22-42DE-AF2E-C50370118EA8}" srcOrd="3" destOrd="0" presId="urn:microsoft.com/office/officeart/2018/2/layout/IconVerticalSolidList"/>
    <dgm:cxn modelId="{F9038294-F049-409D-8489-AAD831544D3E}" type="presParOf" srcId="{D8144F8B-2E8C-4235-A5D4-5447BA458F8E}" destId="{C4B04816-C08E-4D16-91BE-D2065FFE6A39}" srcOrd="7" destOrd="0" presId="urn:microsoft.com/office/officeart/2018/2/layout/IconVerticalSolidList"/>
    <dgm:cxn modelId="{89988543-3083-44E3-B2FA-0E01912E8D35}" type="presParOf" srcId="{D8144F8B-2E8C-4235-A5D4-5447BA458F8E}" destId="{7D4FD9D0-242C-4E5E-820F-01527945AEFF}" srcOrd="8" destOrd="0" presId="urn:microsoft.com/office/officeart/2018/2/layout/IconVerticalSolidList"/>
    <dgm:cxn modelId="{D3AE8095-ADD2-4C58-AF29-079E9161CCFC}" type="presParOf" srcId="{7D4FD9D0-242C-4E5E-820F-01527945AEFF}" destId="{76861257-BD6B-4DB2-8409-82F3381EE550}" srcOrd="0" destOrd="0" presId="urn:microsoft.com/office/officeart/2018/2/layout/IconVerticalSolidList"/>
    <dgm:cxn modelId="{74FB63A8-2A69-47B9-8B92-86AC7EABEFDF}" type="presParOf" srcId="{7D4FD9D0-242C-4E5E-820F-01527945AEFF}" destId="{04A15BE1-AAB3-417A-8577-0509DE9C8E7B}" srcOrd="1" destOrd="0" presId="urn:microsoft.com/office/officeart/2018/2/layout/IconVerticalSolidList"/>
    <dgm:cxn modelId="{6E5C63DD-9574-4205-8734-0047A14D97CB}" type="presParOf" srcId="{7D4FD9D0-242C-4E5E-820F-01527945AEFF}" destId="{25AC8856-5879-442E-A1F9-4A43B774DEE5}" srcOrd="2" destOrd="0" presId="urn:microsoft.com/office/officeart/2018/2/layout/IconVerticalSolidList"/>
    <dgm:cxn modelId="{CBB70504-0FC7-4A67-B075-94B2FFF892EA}" type="presParOf" srcId="{7D4FD9D0-242C-4E5E-820F-01527945AEFF}" destId="{25F7CB47-44A6-4D78-B5BD-BF547823F8F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C2B7FF-8F4A-4F5B-87AA-928FC4CFC37E}"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5F262802-BA29-4007-BF40-4363D210B010}">
      <dgm:prSet/>
      <dgm:spPr/>
      <dgm:t>
        <a:bodyPr/>
        <a:lstStyle/>
        <a:p>
          <a:r>
            <a:rPr lang="en-US" dirty="0"/>
            <a:t>Artificial Intelligence = systems that learn patterns from data</a:t>
          </a:r>
        </a:p>
      </dgm:t>
    </dgm:pt>
    <dgm:pt modelId="{677EDCE3-52CF-4116-870E-B22391ABE8FA}" type="parTrans" cxnId="{05B4D088-CB9B-4D75-834C-877AECEDD11B}">
      <dgm:prSet/>
      <dgm:spPr/>
      <dgm:t>
        <a:bodyPr/>
        <a:lstStyle/>
        <a:p>
          <a:endParaRPr lang="en-US"/>
        </a:p>
      </dgm:t>
    </dgm:pt>
    <dgm:pt modelId="{C0032C90-24AB-40BA-983D-117734E03521}" type="sibTrans" cxnId="{05B4D088-CB9B-4D75-834C-877AECEDD11B}">
      <dgm:prSet/>
      <dgm:spPr/>
      <dgm:t>
        <a:bodyPr/>
        <a:lstStyle/>
        <a:p>
          <a:endParaRPr lang="en-US"/>
        </a:p>
      </dgm:t>
    </dgm:pt>
    <dgm:pt modelId="{4795FB9A-BE49-48A6-8EFD-293F00E5EF2F}">
      <dgm:prSet/>
      <dgm:spPr/>
      <dgm:t>
        <a:bodyPr/>
        <a:lstStyle/>
        <a:p>
          <a:r>
            <a:rPr lang="en-US"/>
            <a:t>and help make smarter decisions.</a:t>
          </a:r>
        </a:p>
      </dgm:t>
    </dgm:pt>
    <dgm:pt modelId="{DAD862E1-0F4F-44C2-B61B-6CAE7332DEA2}" type="parTrans" cxnId="{454129F6-E2E0-496F-8253-79D5CCA6A2C4}">
      <dgm:prSet/>
      <dgm:spPr/>
      <dgm:t>
        <a:bodyPr/>
        <a:lstStyle/>
        <a:p>
          <a:endParaRPr lang="en-US"/>
        </a:p>
      </dgm:t>
    </dgm:pt>
    <dgm:pt modelId="{5E067198-76E5-4A8C-AEE6-CBD7D3128C90}" type="sibTrans" cxnId="{454129F6-E2E0-496F-8253-79D5CCA6A2C4}">
      <dgm:prSet/>
      <dgm:spPr/>
      <dgm:t>
        <a:bodyPr/>
        <a:lstStyle/>
        <a:p>
          <a:endParaRPr lang="en-US"/>
        </a:p>
      </dgm:t>
    </dgm:pt>
    <dgm:pt modelId="{76182D1F-603B-4DB8-B989-C2D073DD4A7B}">
      <dgm:prSet/>
      <dgm:spPr/>
      <dgm:t>
        <a:bodyPr/>
        <a:lstStyle/>
        <a:p>
          <a:r>
            <a:rPr lang="en-US" dirty="0"/>
            <a:t>Think of AI as a fast learning assistant.</a:t>
          </a:r>
        </a:p>
      </dgm:t>
    </dgm:pt>
    <dgm:pt modelId="{1190EB88-E3AF-4750-83B9-57C8E56B4D10}" type="parTrans" cxnId="{2A5409BA-4D12-48BF-8594-22C90B1E41DD}">
      <dgm:prSet/>
      <dgm:spPr/>
      <dgm:t>
        <a:bodyPr/>
        <a:lstStyle/>
        <a:p>
          <a:endParaRPr lang="en-US"/>
        </a:p>
      </dgm:t>
    </dgm:pt>
    <dgm:pt modelId="{AFD6672B-80DC-41D8-AE7D-98596A275507}" type="sibTrans" cxnId="{2A5409BA-4D12-48BF-8594-22C90B1E41DD}">
      <dgm:prSet/>
      <dgm:spPr/>
      <dgm:t>
        <a:bodyPr/>
        <a:lstStyle/>
        <a:p>
          <a:endParaRPr lang="en-US"/>
        </a:p>
      </dgm:t>
    </dgm:pt>
    <dgm:pt modelId="{2E75FDD4-7DFE-4612-BF15-807886B39F64}" type="pres">
      <dgm:prSet presAssocID="{F2C2B7FF-8F4A-4F5B-87AA-928FC4CFC37E}" presName="linear" presStyleCnt="0">
        <dgm:presLayoutVars>
          <dgm:animLvl val="lvl"/>
          <dgm:resizeHandles val="exact"/>
        </dgm:presLayoutVars>
      </dgm:prSet>
      <dgm:spPr/>
    </dgm:pt>
    <dgm:pt modelId="{17608640-5D37-4556-9851-E300D8F7B98D}" type="pres">
      <dgm:prSet presAssocID="{5F262802-BA29-4007-BF40-4363D210B010}" presName="parentText" presStyleLbl="node1" presStyleIdx="0" presStyleCnt="3">
        <dgm:presLayoutVars>
          <dgm:chMax val="0"/>
          <dgm:bulletEnabled val="1"/>
        </dgm:presLayoutVars>
      </dgm:prSet>
      <dgm:spPr/>
    </dgm:pt>
    <dgm:pt modelId="{A0355072-C830-41AE-8D8A-91B2789765DA}" type="pres">
      <dgm:prSet presAssocID="{C0032C90-24AB-40BA-983D-117734E03521}" presName="spacer" presStyleCnt="0"/>
      <dgm:spPr/>
    </dgm:pt>
    <dgm:pt modelId="{BEF08101-75B0-457B-83A1-BC4CD5C1F69E}" type="pres">
      <dgm:prSet presAssocID="{4795FB9A-BE49-48A6-8EFD-293F00E5EF2F}" presName="parentText" presStyleLbl="node1" presStyleIdx="1" presStyleCnt="3">
        <dgm:presLayoutVars>
          <dgm:chMax val="0"/>
          <dgm:bulletEnabled val="1"/>
        </dgm:presLayoutVars>
      </dgm:prSet>
      <dgm:spPr/>
    </dgm:pt>
    <dgm:pt modelId="{69DCD9D2-1910-413A-ACC4-AE979F1B4EA8}" type="pres">
      <dgm:prSet presAssocID="{5E067198-76E5-4A8C-AEE6-CBD7D3128C90}" presName="spacer" presStyleCnt="0"/>
      <dgm:spPr/>
    </dgm:pt>
    <dgm:pt modelId="{78C539FB-9B5A-4DA9-82F8-ADC4B3BFC15D}" type="pres">
      <dgm:prSet presAssocID="{76182D1F-603B-4DB8-B989-C2D073DD4A7B}" presName="parentText" presStyleLbl="node1" presStyleIdx="2" presStyleCnt="3">
        <dgm:presLayoutVars>
          <dgm:chMax val="0"/>
          <dgm:bulletEnabled val="1"/>
        </dgm:presLayoutVars>
      </dgm:prSet>
      <dgm:spPr/>
    </dgm:pt>
  </dgm:ptLst>
  <dgm:cxnLst>
    <dgm:cxn modelId="{05B4D088-CB9B-4D75-834C-877AECEDD11B}" srcId="{F2C2B7FF-8F4A-4F5B-87AA-928FC4CFC37E}" destId="{5F262802-BA29-4007-BF40-4363D210B010}" srcOrd="0" destOrd="0" parTransId="{677EDCE3-52CF-4116-870E-B22391ABE8FA}" sibTransId="{C0032C90-24AB-40BA-983D-117734E03521}"/>
    <dgm:cxn modelId="{16DDF289-526E-4EF7-9141-443409BF9F23}" type="presOf" srcId="{5F262802-BA29-4007-BF40-4363D210B010}" destId="{17608640-5D37-4556-9851-E300D8F7B98D}" srcOrd="0" destOrd="0" presId="urn:microsoft.com/office/officeart/2005/8/layout/vList2"/>
    <dgm:cxn modelId="{37ED64A3-7AD0-4103-BB77-7F0DF8749F1C}" type="presOf" srcId="{76182D1F-603B-4DB8-B989-C2D073DD4A7B}" destId="{78C539FB-9B5A-4DA9-82F8-ADC4B3BFC15D}" srcOrd="0" destOrd="0" presId="urn:microsoft.com/office/officeart/2005/8/layout/vList2"/>
    <dgm:cxn modelId="{0DD83CB6-C8EF-4058-9343-A39C8B210A80}" type="presOf" srcId="{F2C2B7FF-8F4A-4F5B-87AA-928FC4CFC37E}" destId="{2E75FDD4-7DFE-4612-BF15-807886B39F64}" srcOrd="0" destOrd="0" presId="urn:microsoft.com/office/officeart/2005/8/layout/vList2"/>
    <dgm:cxn modelId="{2A5409BA-4D12-48BF-8594-22C90B1E41DD}" srcId="{F2C2B7FF-8F4A-4F5B-87AA-928FC4CFC37E}" destId="{76182D1F-603B-4DB8-B989-C2D073DD4A7B}" srcOrd="2" destOrd="0" parTransId="{1190EB88-E3AF-4750-83B9-57C8E56B4D10}" sibTransId="{AFD6672B-80DC-41D8-AE7D-98596A275507}"/>
    <dgm:cxn modelId="{CAF560CB-1C41-4476-BBC0-5E8FB449FDBB}" type="presOf" srcId="{4795FB9A-BE49-48A6-8EFD-293F00E5EF2F}" destId="{BEF08101-75B0-457B-83A1-BC4CD5C1F69E}" srcOrd="0" destOrd="0" presId="urn:microsoft.com/office/officeart/2005/8/layout/vList2"/>
    <dgm:cxn modelId="{454129F6-E2E0-496F-8253-79D5CCA6A2C4}" srcId="{F2C2B7FF-8F4A-4F5B-87AA-928FC4CFC37E}" destId="{4795FB9A-BE49-48A6-8EFD-293F00E5EF2F}" srcOrd="1" destOrd="0" parTransId="{DAD862E1-0F4F-44C2-B61B-6CAE7332DEA2}" sibTransId="{5E067198-76E5-4A8C-AEE6-CBD7D3128C90}"/>
    <dgm:cxn modelId="{69DCA9FE-DC73-44A1-9779-697D667453E4}" type="presParOf" srcId="{2E75FDD4-7DFE-4612-BF15-807886B39F64}" destId="{17608640-5D37-4556-9851-E300D8F7B98D}" srcOrd="0" destOrd="0" presId="urn:microsoft.com/office/officeart/2005/8/layout/vList2"/>
    <dgm:cxn modelId="{FC5265AB-D9C2-4F59-A0D7-FF6B41C5F501}" type="presParOf" srcId="{2E75FDD4-7DFE-4612-BF15-807886B39F64}" destId="{A0355072-C830-41AE-8D8A-91B2789765DA}" srcOrd="1" destOrd="0" presId="urn:microsoft.com/office/officeart/2005/8/layout/vList2"/>
    <dgm:cxn modelId="{0FEBC5FB-3AB1-440E-82D1-5E9E00D36094}" type="presParOf" srcId="{2E75FDD4-7DFE-4612-BF15-807886B39F64}" destId="{BEF08101-75B0-457B-83A1-BC4CD5C1F69E}" srcOrd="2" destOrd="0" presId="urn:microsoft.com/office/officeart/2005/8/layout/vList2"/>
    <dgm:cxn modelId="{44B851A8-427F-4A97-9AEA-BD294B1AE4FA}" type="presParOf" srcId="{2E75FDD4-7DFE-4612-BF15-807886B39F64}" destId="{69DCD9D2-1910-413A-ACC4-AE979F1B4EA8}" srcOrd="3" destOrd="0" presId="urn:microsoft.com/office/officeart/2005/8/layout/vList2"/>
    <dgm:cxn modelId="{7EC66EDC-D8FB-45A3-8A8E-B969347BD6F8}" type="presParOf" srcId="{2E75FDD4-7DFE-4612-BF15-807886B39F64}" destId="{78C539FB-9B5A-4DA9-82F8-ADC4B3BFC15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A88DA8-B71A-451D-A5C8-A9D628D8A9C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4FF77BA-D853-43B4-8E4A-0EE647F55FA6}">
      <dgm:prSet/>
      <dgm:spPr/>
      <dgm:t>
        <a:bodyPr/>
        <a:lstStyle/>
        <a:p>
          <a:r>
            <a:rPr lang="en-GB" dirty="0"/>
            <a:t>Movie recommendations</a:t>
          </a:r>
          <a:endParaRPr lang="en-US" dirty="0"/>
        </a:p>
      </dgm:t>
    </dgm:pt>
    <dgm:pt modelId="{9A50A1F4-9F7A-461D-B8C1-A95FBBEAF649}" type="parTrans" cxnId="{D8303529-1619-449B-AE49-6B5A78FE0931}">
      <dgm:prSet/>
      <dgm:spPr/>
      <dgm:t>
        <a:bodyPr/>
        <a:lstStyle/>
        <a:p>
          <a:endParaRPr lang="en-US"/>
        </a:p>
      </dgm:t>
    </dgm:pt>
    <dgm:pt modelId="{B8A7020A-441C-44E1-B42A-50CD51FFF00A}" type="sibTrans" cxnId="{D8303529-1619-449B-AE49-6B5A78FE0931}">
      <dgm:prSet/>
      <dgm:spPr/>
      <dgm:t>
        <a:bodyPr/>
        <a:lstStyle/>
        <a:p>
          <a:endParaRPr lang="en-US"/>
        </a:p>
      </dgm:t>
    </dgm:pt>
    <dgm:pt modelId="{DFFF96E2-33C0-463C-990F-1107D6DD5A97}">
      <dgm:prSet/>
      <dgm:spPr/>
      <dgm:t>
        <a:bodyPr/>
        <a:lstStyle/>
        <a:p>
          <a:r>
            <a:rPr lang="en-GB" dirty="0"/>
            <a:t>Voice assistants</a:t>
          </a:r>
          <a:endParaRPr lang="en-US" dirty="0"/>
        </a:p>
      </dgm:t>
    </dgm:pt>
    <dgm:pt modelId="{4A43989D-51D9-4BEA-8443-EFFB3F104536}" type="parTrans" cxnId="{53BEE7C7-83D3-492F-A63C-F8C0352C27C6}">
      <dgm:prSet/>
      <dgm:spPr/>
      <dgm:t>
        <a:bodyPr/>
        <a:lstStyle/>
        <a:p>
          <a:endParaRPr lang="en-US"/>
        </a:p>
      </dgm:t>
    </dgm:pt>
    <dgm:pt modelId="{0F7206BA-9B0B-4951-BAE7-D399B6268AE5}" type="sibTrans" cxnId="{53BEE7C7-83D3-492F-A63C-F8C0352C27C6}">
      <dgm:prSet/>
      <dgm:spPr/>
      <dgm:t>
        <a:bodyPr/>
        <a:lstStyle/>
        <a:p>
          <a:endParaRPr lang="en-US"/>
        </a:p>
      </dgm:t>
    </dgm:pt>
    <dgm:pt modelId="{8A3B0973-80EB-447A-9BEC-30CFD4E13835}">
      <dgm:prSet/>
      <dgm:spPr/>
      <dgm:t>
        <a:bodyPr/>
        <a:lstStyle/>
        <a:p>
          <a:r>
            <a:rPr lang="en-GB" dirty="0"/>
            <a:t>Fraud alerts</a:t>
          </a:r>
          <a:endParaRPr lang="en-US" dirty="0"/>
        </a:p>
      </dgm:t>
    </dgm:pt>
    <dgm:pt modelId="{9346A7C2-62CB-44BE-A09D-9E14FE09E342}" type="parTrans" cxnId="{307AD0BD-45CD-4CE0-946D-D1D56E1B992C}">
      <dgm:prSet/>
      <dgm:spPr/>
      <dgm:t>
        <a:bodyPr/>
        <a:lstStyle/>
        <a:p>
          <a:endParaRPr lang="en-US"/>
        </a:p>
      </dgm:t>
    </dgm:pt>
    <dgm:pt modelId="{99E5D23D-EF0D-4AB8-81BB-CB92A64556BD}" type="sibTrans" cxnId="{307AD0BD-45CD-4CE0-946D-D1D56E1B992C}">
      <dgm:prSet/>
      <dgm:spPr/>
      <dgm:t>
        <a:bodyPr/>
        <a:lstStyle/>
        <a:p>
          <a:endParaRPr lang="en-US"/>
        </a:p>
      </dgm:t>
    </dgm:pt>
    <dgm:pt modelId="{5B5046C8-131A-46F4-B80A-E1213932AF49}">
      <dgm:prSet/>
      <dgm:spPr/>
      <dgm:t>
        <a:bodyPr/>
        <a:lstStyle/>
        <a:p>
          <a:r>
            <a:rPr lang="en-GB" dirty="0"/>
            <a:t>Smart typing</a:t>
          </a:r>
          <a:endParaRPr lang="en-US" dirty="0"/>
        </a:p>
      </dgm:t>
    </dgm:pt>
    <dgm:pt modelId="{C94A6557-8FC9-4C61-A11B-A773F534A8BD}" type="parTrans" cxnId="{0DF0D6D0-52E7-45EF-8ACB-4228E49A1DDF}">
      <dgm:prSet/>
      <dgm:spPr/>
      <dgm:t>
        <a:bodyPr/>
        <a:lstStyle/>
        <a:p>
          <a:endParaRPr lang="en-US"/>
        </a:p>
      </dgm:t>
    </dgm:pt>
    <dgm:pt modelId="{4EB6A23C-DC28-4F9D-BB09-0555A051ECDA}" type="sibTrans" cxnId="{0DF0D6D0-52E7-45EF-8ACB-4228E49A1DDF}">
      <dgm:prSet/>
      <dgm:spPr/>
      <dgm:t>
        <a:bodyPr/>
        <a:lstStyle/>
        <a:p>
          <a:endParaRPr lang="en-US"/>
        </a:p>
      </dgm:t>
    </dgm:pt>
    <dgm:pt modelId="{F4EEA8BF-F3D4-4B88-8550-61E5FA1E3AB1}">
      <dgm:prSet/>
      <dgm:spPr/>
      <dgm:t>
        <a:bodyPr/>
        <a:lstStyle/>
        <a:p>
          <a:r>
            <a:rPr lang="en-GB"/>
            <a:t>You are already interacting with AI.</a:t>
          </a:r>
          <a:endParaRPr lang="en-US"/>
        </a:p>
      </dgm:t>
    </dgm:pt>
    <dgm:pt modelId="{A2923F7A-998C-47A5-8016-8DF0B2AA5CB5}" type="parTrans" cxnId="{C008A472-AE82-45FA-8204-0D05CC4208B4}">
      <dgm:prSet/>
      <dgm:spPr/>
      <dgm:t>
        <a:bodyPr/>
        <a:lstStyle/>
        <a:p>
          <a:endParaRPr lang="en-US"/>
        </a:p>
      </dgm:t>
    </dgm:pt>
    <dgm:pt modelId="{E5D32339-96C1-4EC9-9E30-980987128EE9}" type="sibTrans" cxnId="{C008A472-AE82-45FA-8204-0D05CC4208B4}">
      <dgm:prSet/>
      <dgm:spPr/>
      <dgm:t>
        <a:bodyPr/>
        <a:lstStyle/>
        <a:p>
          <a:endParaRPr lang="en-US"/>
        </a:p>
      </dgm:t>
    </dgm:pt>
    <dgm:pt modelId="{92811B1F-3FD6-4651-9FBB-67EB5FB0BA65}" type="pres">
      <dgm:prSet presAssocID="{05A88DA8-B71A-451D-A5C8-A9D628D8A9CB}" presName="linear" presStyleCnt="0">
        <dgm:presLayoutVars>
          <dgm:animLvl val="lvl"/>
          <dgm:resizeHandles val="exact"/>
        </dgm:presLayoutVars>
      </dgm:prSet>
      <dgm:spPr/>
    </dgm:pt>
    <dgm:pt modelId="{436DA70E-0709-48DB-86B9-8AC26C600D85}" type="pres">
      <dgm:prSet presAssocID="{94FF77BA-D853-43B4-8E4A-0EE647F55FA6}" presName="parentText" presStyleLbl="node1" presStyleIdx="0" presStyleCnt="5">
        <dgm:presLayoutVars>
          <dgm:chMax val="0"/>
          <dgm:bulletEnabled val="1"/>
        </dgm:presLayoutVars>
      </dgm:prSet>
      <dgm:spPr/>
    </dgm:pt>
    <dgm:pt modelId="{DA529511-240A-49CB-ABFC-9B26C8C117B3}" type="pres">
      <dgm:prSet presAssocID="{B8A7020A-441C-44E1-B42A-50CD51FFF00A}" presName="spacer" presStyleCnt="0"/>
      <dgm:spPr/>
    </dgm:pt>
    <dgm:pt modelId="{52D3EF7D-B93E-47FF-8348-C58E3B135CD0}" type="pres">
      <dgm:prSet presAssocID="{DFFF96E2-33C0-463C-990F-1107D6DD5A97}" presName="parentText" presStyleLbl="node1" presStyleIdx="1" presStyleCnt="5">
        <dgm:presLayoutVars>
          <dgm:chMax val="0"/>
          <dgm:bulletEnabled val="1"/>
        </dgm:presLayoutVars>
      </dgm:prSet>
      <dgm:spPr/>
    </dgm:pt>
    <dgm:pt modelId="{521DF07F-8148-4CA2-97E1-6A1D7D9FE762}" type="pres">
      <dgm:prSet presAssocID="{0F7206BA-9B0B-4951-BAE7-D399B6268AE5}" presName="spacer" presStyleCnt="0"/>
      <dgm:spPr/>
    </dgm:pt>
    <dgm:pt modelId="{3158E927-BE94-4546-B77E-6F0423835E8F}" type="pres">
      <dgm:prSet presAssocID="{8A3B0973-80EB-447A-9BEC-30CFD4E13835}" presName="parentText" presStyleLbl="node1" presStyleIdx="2" presStyleCnt="5">
        <dgm:presLayoutVars>
          <dgm:chMax val="0"/>
          <dgm:bulletEnabled val="1"/>
        </dgm:presLayoutVars>
      </dgm:prSet>
      <dgm:spPr/>
    </dgm:pt>
    <dgm:pt modelId="{7F1C6EFD-6713-473E-AE64-0D89CA5242AC}" type="pres">
      <dgm:prSet presAssocID="{99E5D23D-EF0D-4AB8-81BB-CB92A64556BD}" presName="spacer" presStyleCnt="0"/>
      <dgm:spPr/>
    </dgm:pt>
    <dgm:pt modelId="{EE3038B4-EE70-4B06-9606-98C11B7011C0}" type="pres">
      <dgm:prSet presAssocID="{5B5046C8-131A-46F4-B80A-E1213932AF49}" presName="parentText" presStyleLbl="node1" presStyleIdx="3" presStyleCnt="5">
        <dgm:presLayoutVars>
          <dgm:chMax val="0"/>
          <dgm:bulletEnabled val="1"/>
        </dgm:presLayoutVars>
      </dgm:prSet>
      <dgm:spPr/>
    </dgm:pt>
    <dgm:pt modelId="{229ABCFF-8556-45B9-9B94-0F7AF2DA0FFF}" type="pres">
      <dgm:prSet presAssocID="{4EB6A23C-DC28-4F9D-BB09-0555A051ECDA}" presName="spacer" presStyleCnt="0"/>
      <dgm:spPr/>
    </dgm:pt>
    <dgm:pt modelId="{30AFE38A-459E-4B40-9EE7-D86862B745A4}" type="pres">
      <dgm:prSet presAssocID="{F4EEA8BF-F3D4-4B88-8550-61E5FA1E3AB1}" presName="parentText" presStyleLbl="node1" presStyleIdx="4" presStyleCnt="5">
        <dgm:presLayoutVars>
          <dgm:chMax val="0"/>
          <dgm:bulletEnabled val="1"/>
        </dgm:presLayoutVars>
      </dgm:prSet>
      <dgm:spPr/>
    </dgm:pt>
  </dgm:ptLst>
  <dgm:cxnLst>
    <dgm:cxn modelId="{D8303529-1619-449B-AE49-6B5A78FE0931}" srcId="{05A88DA8-B71A-451D-A5C8-A9D628D8A9CB}" destId="{94FF77BA-D853-43B4-8E4A-0EE647F55FA6}" srcOrd="0" destOrd="0" parTransId="{9A50A1F4-9F7A-461D-B8C1-A95FBBEAF649}" sibTransId="{B8A7020A-441C-44E1-B42A-50CD51FFF00A}"/>
    <dgm:cxn modelId="{8858652A-3D39-4AE7-BEDA-C0677D07C061}" type="presOf" srcId="{8A3B0973-80EB-447A-9BEC-30CFD4E13835}" destId="{3158E927-BE94-4546-B77E-6F0423835E8F}" srcOrd="0" destOrd="0" presId="urn:microsoft.com/office/officeart/2005/8/layout/vList2"/>
    <dgm:cxn modelId="{46B4F561-C789-40CB-8B8D-351EA7D89F3A}" type="presOf" srcId="{94FF77BA-D853-43B4-8E4A-0EE647F55FA6}" destId="{436DA70E-0709-48DB-86B9-8AC26C600D85}" srcOrd="0" destOrd="0" presId="urn:microsoft.com/office/officeart/2005/8/layout/vList2"/>
    <dgm:cxn modelId="{ED3D5845-33E6-4ED6-B634-6399A574066B}" type="presOf" srcId="{F4EEA8BF-F3D4-4B88-8550-61E5FA1E3AB1}" destId="{30AFE38A-459E-4B40-9EE7-D86862B745A4}" srcOrd="0" destOrd="0" presId="urn:microsoft.com/office/officeart/2005/8/layout/vList2"/>
    <dgm:cxn modelId="{C008A472-AE82-45FA-8204-0D05CC4208B4}" srcId="{05A88DA8-B71A-451D-A5C8-A9D628D8A9CB}" destId="{F4EEA8BF-F3D4-4B88-8550-61E5FA1E3AB1}" srcOrd="4" destOrd="0" parTransId="{A2923F7A-998C-47A5-8016-8DF0B2AA5CB5}" sibTransId="{E5D32339-96C1-4EC9-9E30-980987128EE9}"/>
    <dgm:cxn modelId="{0A850158-E51A-4EB3-93C8-E19C29EB76AF}" type="presOf" srcId="{DFFF96E2-33C0-463C-990F-1107D6DD5A97}" destId="{52D3EF7D-B93E-47FF-8348-C58E3B135CD0}" srcOrd="0" destOrd="0" presId="urn:microsoft.com/office/officeart/2005/8/layout/vList2"/>
    <dgm:cxn modelId="{12442480-EB34-46AD-B72D-66F3906EE23D}" type="presOf" srcId="{05A88DA8-B71A-451D-A5C8-A9D628D8A9CB}" destId="{92811B1F-3FD6-4651-9FBB-67EB5FB0BA65}" srcOrd="0" destOrd="0" presId="urn:microsoft.com/office/officeart/2005/8/layout/vList2"/>
    <dgm:cxn modelId="{307AD0BD-45CD-4CE0-946D-D1D56E1B992C}" srcId="{05A88DA8-B71A-451D-A5C8-A9D628D8A9CB}" destId="{8A3B0973-80EB-447A-9BEC-30CFD4E13835}" srcOrd="2" destOrd="0" parTransId="{9346A7C2-62CB-44BE-A09D-9E14FE09E342}" sibTransId="{99E5D23D-EF0D-4AB8-81BB-CB92A64556BD}"/>
    <dgm:cxn modelId="{53BEE7C7-83D3-492F-A63C-F8C0352C27C6}" srcId="{05A88DA8-B71A-451D-A5C8-A9D628D8A9CB}" destId="{DFFF96E2-33C0-463C-990F-1107D6DD5A97}" srcOrd="1" destOrd="0" parTransId="{4A43989D-51D9-4BEA-8443-EFFB3F104536}" sibTransId="{0F7206BA-9B0B-4951-BAE7-D399B6268AE5}"/>
    <dgm:cxn modelId="{0DF0D6D0-52E7-45EF-8ACB-4228E49A1DDF}" srcId="{05A88DA8-B71A-451D-A5C8-A9D628D8A9CB}" destId="{5B5046C8-131A-46F4-B80A-E1213932AF49}" srcOrd="3" destOrd="0" parTransId="{C94A6557-8FC9-4C61-A11B-A773F534A8BD}" sibTransId="{4EB6A23C-DC28-4F9D-BB09-0555A051ECDA}"/>
    <dgm:cxn modelId="{E2A7CCDF-1F86-4C70-A7D2-FC42EE0FF357}" type="presOf" srcId="{5B5046C8-131A-46F4-B80A-E1213932AF49}" destId="{EE3038B4-EE70-4B06-9606-98C11B7011C0}" srcOrd="0" destOrd="0" presId="urn:microsoft.com/office/officeart/2005/8/layout/vList2"/>
    <dgm:cxn modelId="{9D10CC2B-B7D8-4D12-9E23-2CD186682594}" type="presParOf" srcId="{92811B1F-3FD6-4651-9FBB-67EB5FB0BA65}" destId="{436DA70E-0709-48DB-86B9-8AC26C600D85}" srcOrd="0" destOrd="0" presId="urn:microsoft.com/office/officeart/2005/8/layout/vList2"/>
    <dgm:cxn modelId="{4595C0A9-2827-40BE-B1E9-09616BE7D959}" type="presParOf" srcId="{92811B1F-3FD6-4651-9FBB-67EB5FB0BA65}" destId="{DA529511-240A-49CB-ABFC-9B26C8C117B3}" srcOrd="1" destOrd="0" presId="urn:microsoft.com/office/officeart/2005/8/layout/vList2"/>
    <dgm:cxn modelId="{F4BC889B-E3D7-4844-9100-9A55B08CA9A2}" type="presParOf" srcId="{92811B1F-3FD6-4651-9FBB-67EB5FB0BA65}" destId="{52D3EF7D-B93E-47FF-8348-C58E3B135CD0}" srcOrd="2" destOrd="0" presId="urn:microsoft.com/office/officeart/2005/8/layout/vList2"/>
    <dgm:cxn modelId="{7D27F447-097C-4930-A9B2-1B438663B36A}" type="presParOf" srcId="{92811B1F-3FD6-4651-9FBB-67EB5FB0BA65}" destId="{521DF07F-8148-4CA2-97E1-6A1D7D9FE762}" srcOrd="3" destOrd="0" presId="urn:microsoft.com/office/officeart/2005/8/layout/vList2"/>
    <dgm:cxn modelId="{2CA13BF9-5A17-4FA9-9074-512DA8FAF53B}" type="presParOf" srcId="{92811B1F-3FD6-4651-9FBB-67EB5FB0BA65}" destId="{3158E927-BE94-4546-B77E-6F0423835E8F}" srcOrd="4" destOrd="0" presId="urn:microsoft.com/office/officeart/2005/8/layout/vList2"/>
    <dgm:cxn modelId="{57198357-44D2-481D-8AA2-4DCEC23A90FB}" type="presParOf" srcId="{92811B1F-3FD6-4651-9FBB-67EB5FB0BA65}" destId="{7F1C6EFD-6713-473E-AE64-0D89CA5242AC}" srcOrd="5" destOrd="0" presId="urn:microsoft.com/office/officeart/2005/8/layout/vList2"/>
    <dgm:cxn modelId="{5142AE16-5916-41A6-BD1C-135918200AAB}" type="presParOf" srcId="{92811B1F-3FD6-4651-9FBB-67EB5FB0BA65}" destId="{EE3038B4-EE70-4B06-9606-98C11B7011C0}" srcOrd="6" destOrd="0" presId="urn:microsoft.com/office/officeart/2005/8/layout/vList2"/>
    <dgm:cxn modelId="{135529C5-3812-4F01-8153-8B46FD1C67DC}" type="presParOf" srcId="{92811B1F-3FD6-4651-9FBB-67EB5FB0BA65}" destId="{229ABCFF-8556-45B9-9B94-0F7AF2DA0FFF}" srcOrd="7" destOrd="0" presId="urn:microsoft.com/office/officeart/2005/8/layout/vList2"/>
    <dgm:cxn modelId="{2E50CD48-F51E-42D7-9542-833196C19C8B}" type="presParOf" srcId="{92811B1F-3FD6-4651-9FBB-67EB5FB0BA65}" destId="{30AFE38A-459E-4B40-9EE7-D86862B745A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DE3DB1-E50B-4D1B-87FB-D39C6D1EBB43}"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224CA532-98F1-4421-879B-FFCD4D87142E}">
      <dgm:prSet/>
      <dgm:spPr/>
      <dgm:t>
        <a:bodyPr/>
        <a:lstStyle/>
        <a:p>
          <a:r>
            <a:rPr lang="en-GB" dirty="0"/>
            <a:t>AI project coordination</a:t>
          </a:r>
          <a:endParaRPr lang="en-US" dirty="0"/>
        </a:p>
      </dgm:t>
    </dgm:pt>
    <dgm:pt modelId="{2680C80E-FDA9-4D20-B7E8-848E51486E1D}" type="parTrans" cxnId="{E4CD5ED7-630E-4C79-B1C1-9DD15D98FBD7}">
      <dgm:prSet/>
      <dgm:spPr/>
      <dgm:t>
        <a:bodyPr/>
        <a:lstStyle/>
        <a:p>
          <a:endParaRPr lang="en-US"/>
        </a:p>
      </dgm:t>
    </dgm:pt>
    <dgm:pt modelId="{05ADBBEB-5EA2-4DDC-922C-0CC59C48EC74}" type="sibTrans" cxnId="{E4CD5ED7-630E-4C79-B1C1-9DD15D98FBD7}">
      <dgm:prSet/>
      <dgm:spPr/>
      <dgm:t>
        <a:bodyPr/>
        <a:lstStyle/>
        <a:p>
          <a:endParaRPr lang="en-US"/>
        </a:p>
      </dgm:t>
    </dgm:pt>
    <dgm:pt modelId="{8EB830B9-FCDD-4F4E-87E8-D817AE5226B9}">
      <dgm:prSet/>
      <dgm:spPr/>
      <dgm:t>
        <a:bodyPr/>
        <a:lstStyle/>
        <a:p>
          <a:r>
            <a:rPr lang="en-GB" dirty="0"/>
            <a:t>Data annotation</a:t>
          </a:r>
          <a:endParaRPr lang="en-US" dirty="0"/>
        </a:p>
      </dgm:t>
    </dgm:pt>
    <dgm:pt modelId="{0A02C57F-B8DE-4643-BB55-3BBD41AC9056}" type="parTrans" cxnId="{C55E0B52-5FAA-4A76-88F9-54B13E57993B}">
      <dgm:prSet/>
      <dgm:spPr/>
      <dgm:t>
        <a:bodyPr/>
        <a:lstStyle/>
        <a:p>
          <a:endParaRPr lang="en-US"/>
        </a:p>
      </dgm:t>
    </dgm:pt>
    <dgm:pt modelId="{18F44018-0933-4EA0-ABA6-54B2A5BE8F61}" type="sibTrans" cxnId="{C55E0B52-5FAA-4A76-88F9-54B13E57993B}">
      <dgm:prSet/>
      <dgm:spPr/>
      <dgm:t>
        <a:bodyPr/>
        <a:lstStyle/>
        <a:p>
          <a:endParaRPr lang="en-US"/>
        </a:p>
      </dgm:t>
    </dgm:pt>
    <dgm:pt modelId="{A853A46A-AE64-48BD-B800-54C9713E3D75}">
      <dgm:prSet/>
      <dgm:spPr/>
      <dgm:t>
        <a:bodyPr/>
        <a:lstStyle/>
        <a:p>
          <a:r>
            <a:rPr lang="en-GB" dirty="0"/>
            <a:t>Prompt engineering</a:t>
          </a:r>
          <a:endParaRPr lang="en-US" dirty="0"/>
        </a:p>
      </dgm:t>
    </dgm:pt>
    <dgm:pt modelId="{50C7C010-5023-44BD-9520-16427CA0B361}" type="parTrans" cxnId="{097EA258-EA84-4458-AA71-07DFB0AF55A0}">
      <dgm:prSet/>
      <dgm:spPr/>
      <dgm:t>
        <a:bodyPr/>
        <a:lstStyle/>
        <a:p>
          <a:endParaRPr lang="en-US"/>
        </a:p>
      </dgm:t>
    </dgm:pt>
    <dgm:pt modelId="{43D2C252-EDD1-4DA3-84BF-9D49F179DE69}" type="sibTrans" cxnId="{097EA258-EA84-4458-AA71-07DFB0AF55A0}">
      <dgm:prSet/>
      <dgm:spPr/>
      <dgm:t>
        <a:bodyPr/>
        <a:lstStyle/>
        <a:p>
          <a:endParaRPr lang="en-US"/>
        </a:p>
      </dgm:t>
    </dgm:pt>
    <dgm:pt modelId="{08B3EC65-F23B-4D9F-BB4B-9C4B138136B0}">
      <dgm:prSet/>
      <dgm:spPr/>
      <dgm:t>
        <a:bodyPr/>
        <a:lstStyle/>
        <a:p>
          <a:r>
            <a:rPr lang="en-GB" dirty="0"/>
            <a:t>AI product testing</a:t>
          </a:r>
          <a:endParaRPr lang="en-US" dirty="0"/>
        </a:p>
      </dgm:t>
    </dgm:pt>
    <dgm:pt modelId="{8EC71DCB-2DC0-4EFC-B06A-387B0BB1459E}" type="parTrans" cxnId="{934644C7-0DE2-4C4A-9363-ED15CEF6763E}">
      <dgm:prSet/>
      <dgm:spPr/>
      <dgm:t>
        <a:bodyPr/>
        <a:lstStyle/>
        <a:p>
          <a:endParaRPr lang="en-US"/>
        </a:p>
      </dgm:t>
    </dgm:pt>
    <dgm:pt modelId="{242CC8BC-2967-4963-9071-792E2DF33F74}" type="sibTrans" cxnId="{934644C7-0DE2-4C4A-9363-ED15CEF6763E}">
      <dgm:prSet/>
      <dgm:spPr/>
      <dgm:t>
        <a:bodyPr/>
        <a:lstStyle/>
        <a:p>
          <a:endParaRPr lang="en-US"/>
        </a:p>
      </dgm:t>
    </dgm:pt>
    <dgm:pt modelId="{71689BB8-5783-4B71-A7F4-2999B5955155}">
      <dgm:prSet/>
      <dgm:spPr/>
      <dgm:t>
        <a:bodyPr/>
        <a:lstStyle/>
        <a:p>
          <a:r>
            <a:rPr lang="en-GB" dirty="0"/>
            <a:t>Digital analysis</a:t>
          </a:r>
          <a:endParaRPr lang="en-US" dirty="0"/>
        </a:p>
      </dgm:t>
    </dgm:pt>
    <dgm:pt modelId="{BF965925-EBEC-4B8E-8C7A-DDECE7897F82}" type="parTrans" cxnId="{B6307357-4ACE-4D61-ADD5-AECE4EEDB617}">
      <dgm:prSet/>
      <dgm:spPr/>
      <dgm:t>
        <a:bodyPr/>
        <a:lstStyle/>
        <a:p>
          <a:endParaRPr lang="en-US"/>
        </a:p>
      </dgm:t>
    </dgm:pt>
    <dgm:pt modelId="{27847F74-A288-4DFA-8EF1-74A361F31BC7}" type="sibTrans" cxnId="{B6307357-4ACE-4D61-ADD5-AECE4EEDB617}">
      <dgm:prSet/>
      <dgm:spPr/>
      <dgm:t>
        <a:bodyPr/>
        <a:lstStyle/>
        <a:p>
          <a:endParaRPr lang="en-US"/>
        </a:p>
      </dgm:t>
    </dgm:pt>
    <dgm:pt modelId="{710CD85D-A776-4A5F-9554-B9EE465A25EA}" type="pres">
      <dgm:prSet presAssocID="{7BDE3DB1-E50B-4D1B-87FB-D39C6D1EBB43}" presName="outerComposite" presStyleCnt="0">
        <dgm:presLayoutVars>
          <dgm:chMax val="5"/>
          <dgm:dir/>
          <dgm:resizeHandles val="exact"/>
        </dgm:presLayoutVars>
      </dgm:prSet>
      <dgm:spPr/>
    </dgm:pt>
    <dgm:pt modelId="{5B6E513E-3468-476C-8742-34796A9704C9}" type="pres">
      <dgm:prSet presAssocID="{7BDE3DB1-E50B-4D1B-87FB-D39C6D1EBB43}" presName="dummyMaxCanvas" presStyleCnt="0">
        <dgm:presLayoutVars/>
      </dgm:prSet>
      <dgm:spPr/>
    </dgm:pt>
    <dgm:pt modelId="{D87DDB39-9C39-4F7C-B9A9-0099FE7B1834}" type="pres">
      <dgm:prSet presAssocID="{7BDE3DB1-E50B-4D1B-87FB-D39C6D1EBB43}" presName="FiveNodes_1" presStyleLbl="node1" presStyleIdx="0" presStyleCnt="5">
        <dgm:presLayoutVars>
          <dgm:bulletEnabled val="1"/>
        </dgm:presLayoutVars>
      </dgm:prSet>
      <dgm:spPr/>
    </dgm:pt>
    <dgm:pt modelId="{0ACD57B1-E135-44CE-82AC-DFA80DCA8244}" type="pres">
      <dgm:prSet presAssocID="{7BDE3DB1-E50B-4D1B-87FB-D39C6D1EBB43}" presName="FiveNodes_2" presStyleLbl="node1" presStyleIdx="1" presStyleCnt="5">
        <dgm:presLayoutVars>
          <dgm:bulletEnabled val="1"/>
        </dgm:presLayoutVars>
      </dgm:prSet>
      <dgm:spPr/>
    </dgm:pt>
    <dgm:pt modelId="{20C4CBC3-D17B-4CFC-AB1E-149E93601E67}" type="pres">
      <dgm:prSet presAssocID="{7BDE3DB1-E50B-4D1B-87FB-D39C6D1EBB43}" presName="FiveNodes_3" presStyleLbl="node1" presStyleIdx="2" presStyleCnt="5">
        <dgm:presLayoutVars>
          <dgm:bulletEnabled val="1"/>
        </dgm:presLayoutVars>
      </dgm:prSet>
      <dgm:spPr/>
    </dgm:pt>
    <dgm:pt modelId="{DAEB8401-7B9D-418B-8929-45A55D2F9EF2}" type="pres">
      <dgm:prSet presAssocID="{7BDE3DB1-E50B-4D1B-87FB-D39C6D1EBB43}" presName="FiveNodes_4" presStyleLbl="node1" presStyleIdx="3" presStyleCnt="5">
        <dgm:presLayoutVars>
          <dgm:bulletEnabled val="1"/>
        </dgm:presLayoutVars>
      </dgm:prSet>
      <dgm:spPr/>
    </dgm:pt>
    <dgm:pt modelId="{D081E59C-3330-42B5-BD1D-F59F4509741D}" type="pres">
      <dgm:prSet presAssocID="{7BDE3DB1-E50B-4D1B-87FB-D39C6D1EBB43}" presName="FiveNodes_5" presStyleLbl="node1" presStyleIdx="4" presStyleCnt="5">
        <dgm:presLayoutVars>
          <dgm:bulletEnabled val="1"/>
        </dgm:presLayoutVars>
      </dgm:prSet>
      <dgm:spPr/>
    </dgm:pt>
    <dgm:pt modelId="{32C18FEA-5235-4311-A7A0-740531BFAEEC}" type="pres">
      <dgm:prSet presAssocID="{7BDE3DB1-E50B-4D1B-87FB-D39C6D1EBB43}" presName="FiveConn_1-2" presStyleLbl="fgAccFollowNode1" presStyleIdx="0" presStyleCnt="4">
        <dgm:presLayoutVars>
          <dgm:bulletEnabled val="1"/>
        </dgm:presLayoutVars>
      </dgm:prSet>
      <dgm:spPr/>
    </dgm:pt>
    <dgm:pt modelId="{4FB39AAA-D9C5-4FDA-BEC1-638513AA0850}" type="pres">
      <dgm:prSet presAssocID="{7BDE3DB1-E50B-4D1B-87FB-D39C6D1EBB43}" presName="FiveConn_2-3" presStyleLbl="fgAccFollowNode1" presStyleIdx="1" presStyleCnt="4">
        <dgm:presLayoutVars>
          <dgm:bulletEnabled val="1"/>
        </dgm:presLayoutVars>
      </dgm:prSet>
      <dgm:spPr/>
    </dgm:pt>
    <dgm:pt modelId="{AEE57793-8384-4E1A-8B14-7D0153C1D56E}" type="pres">
      <dgm:prSet presAssocID="{7BDE3DB1-E50B-4D1B-87FB-D39C6D1EBB43}" presName="FiveConn_3-4" presStyleLbl="fgAccFollowNode1" presStyleIdx="2" presStyleCnt="4">
        <dgm:presLayoutVars>
          <dgm:bulletEnabled val="1"/>
        </dgm:presLayoutVars>
      </dgm:prSet>
      <dgm:spPr/>
    </dgm:pt>
    <dgm:pt modelId="{25111C6C-489E-4226-9A5E-C0C167AD7DBB}" type="pres">
      <dgm:prSet presAssocID="{7BDE3DB1-E50B-4D1B-87FB-D39C6D1EBB43}" presName="FiveConn_4-5" presStyleLbl="fgAccFollowNode1" presStyleIdx="3" presStyleCnt="4">
        <dgm:presLayoutVars>
          <dgm:bulletEnabled val="1"/>
        </dgm:presLayoutVars>
      </dgm:prSet>
      <dgm:spPr/>
    </dgm:pt>
    <dgm:pt modelId="{CF5AD2CF-B096-416E-9D55-8D91D2FCF62F}" type="pres">
      <dgm:prSet presAssocID="{7BDE3DB1-E50B-4D1B-87FB-D39C6D1EBB43}" presName="FiveNodes_1_text" presStyleLbl="node1" presStyleIdx="4" presStyleCnt="5">
        <dgm:presLayoutVars>
          <dgm:bulletEnabled val="1"/>
        </dgm:presLayoutVars>
      </dgm:prSet>
      <dgm:spPr/>
    </dgm:pt>
    <dgm:pt modelId="{9CE680D3-54CC-46C0-A0ED-6DE51C0978EE}" type="pres">
      <dgm:prSet presAssocID="{7BDE3DB1-E50B-4D1B-87FB-D39C6D1EBB43}" presName="FiveNodes_2_text" presStyleLbl="node1" presStyleIdx="4" presStyleCnt="5">
        <dgm:presLayoutVars>
          <dgm:bulletEnabled val="1"/>
        </dgm:presLayoutVars>
      </dgm:prSet>
      <dgm:spPr/>
    </dgm:pt>
    <dgm:pt modelId="{C3CF9E17-F3D5-4CDE-A718-4DDE5D4F41D4}" type="pres">
      <dgm:prSet presAssocID="{7BDE3DB1-E50B-4D1B-87FB-D39C6D1EBB43}" presName="FiveNodes_3_text" presStyleLbl="node1" presStyleIdx="4" presStyleCnt="5">
        <dgm:presLayoutVars>
          <dgm:bulletEnabled val="1"/>
        </dgm:presLayoutVars>
      </dgm:prSet>
      <dgm:spPr/>
    </dgm:pt>
    <dgm:pt modelId="{1C4A050C-5C45-4DD9-A6BD-2D3E4D3FCEBD}" type="pres">
      <dgm:prSet presAssocID="{7BDE3DB1-E50B-4D1B-87FB-D39C6D1EBB43}" presName="FiveNodes_4_text" presStyleLbl="node1" presStyleIdx="4" presStyleCnt="5">
        <dgm:presLayoutVars>
          <dgm:bulletEnabled val="1"/>
        </dgm:presLayoutVars>
      </dgm:prSet>
      <dgm:spPr/>
    </dgm:pt>
    <dgm:pt modelId="{1C9AD2A5-72CD-4647-8AA7-1E1E98A534A5}" type="pres">
      <dgm:prSet presAssocID="{7BDE3DB1-E50B-4D1B-87FB-D39C6D1EBB43}" presName="FiveNodes_5_text" presStyleLbl="node1" presStyleIdx="4" presStyleCnt="5">
        <dgm:presLayoutVars>
          <dgm:bulletEnabled val="1"/>
        </dgm:presLayoutVars>
      </dgm:prSet>
      <dgm:spPr/>
    </dgm:pt>
  </dgm:ptLst>
  <dgm:cxnLst>
    <dgm:cxn modelId="{90181120-ED14-46E0-9002-BB1545D44414}" type="presOf" srcId="{7BDE3DB1-E50B-4D1B-87FB-D39C6D1EBB43}" destId="{710CD85D-A776-4A5F-9554-B9EE465A25EA}" srcOrd="0" destOrd="0" presId="urn:microsoft.com/office/officeart/2005/8/layout/vProcess5"/>
    <dgm:cxn modelId="{4AD15637-34FA-4CDD-A380-9FA44E107735}" type="presOf" srcId="{18F44018-0933-4EA0-ABA6-54B2A5BE8F61}" destId="{4FB39AAA-D9C5-4FDA-BEC1-638513AA0850}" srcOrd="0" destOrd="0" presId="urn:microsoft.com/office/officeart/2005/8/layout/vProcess5"/>
    <dgm:cxn modelId="{C9221263-AB7E-4266-B696-724F7F4DF2A1}" type="presOf" srcId="{05ADBBEB-5EA2-4DDC-922C-0CC59C48EC74}" destId="{32C18FEA-5235-4311-A7A0-740531BFAEEC}" srcOrd="0" destOrd="0" presId="urn:microsoft.com/office/officeart/2005/8/layout/vProcess5"/>
    <dgm:cxn modelId="{51E23164-D050-4A5D-9F37-D90502CE351F}" type="presOf" srcId="{8EB830B9-FCDD-4F4E-87E8-D817AE5226B9}" destId="{9CE680D3-54CC-46C0-A0ED-6DE51C0978EE}" srcOrd="1" destOrd="0" presId="urn:microsoft.com/office/officeart/2005/8/layout/vProcess5"/>
    <dgm:cxn modelId="{C76DCB4B-DA48-4DFF-A942-1AD837D90B00}" type="presOf" srcId="{71689BB8-5783-4B71-A7F4-2999B5955155}" destId="{D081E59C-3330-42B5-BD1D-F59F4509741D}" srcOrd="0" destOrd="0" presId="urn:microsoft.com/office/officeart/2005/8/layout/vProcess5"/>
    <dgm:cxn modelId="{B86E2F6D-440B-47B8-A22C-ECBCF985E151}" type="presOf" srcId="{08B3EC65-F23B-4D9F-BB4B-9C4B138136B0}" destId="{DAEB8401-7B9D-418B-8929-45A55D2F9EF2}" srcOrd="0" destOrd="0" presId="urn:microsoft.com/office/officeart/2005/8/layout/vProcess5"/>
    <dgm:cxn modelId="{89BE3A51-B993-4244-A706-71020720D7C4}" type="presOf" srcId="{A853A46A-AE64-48BD-B800-54C9713E3D75}" destId="{C3CF9E17-F3D5-4CDE-A718-4DDE5D4F41D4}" srcOrd="1" destOrd="0" presId="urn:microsoft.com/office/officeart/2005/8/layout/vProcess5"/>
    <dgm:cxn modelId="{7366B171-3501-4001-8666-FACF08304011}" type="presOf" srcId="{71689BB8-5783-4B71-A7F4-2999B5955155}" destId="{1C9AD2A5-72CD-4647-8AA7-1E1E98A534A5}" srcOrd="1" destOrd="0" presId="urn:microsoft.com/office/officeart/2005/8/layout/vProcess5"/>
    <dgm:cxn modelId="{C55E0B52-5FAA-4A76-88F9-54B13E57993B}" srcId="{7BDE3DB1-E50B-4D1B-87FB-D39C6D1EBB43}" destId="{8EB830B9-FCDD-4F4E-87E8-D817AE5226B9}" srcOrd="1" destOrd="0" parTransId="{0A02C57F-B8DE-4643-BB55-3BBD41AC9056}" sibTransId="{18F44018-0933-4EA0-ABA6-54B2A5BE8F61}"/>
    <dgm:cxn modelId="{B6307357-4ACE-4D61-ADD5-AECE4EEDB617}" srcId="{7BDE3DB1-E50B-4D1B-87FB-D39C6D1EBB43}" destId="{71689BB8-5783-4B71-A7F4-2999B5955155}" srcOrd="4" destOrd="0" parTransId="{BF965925-EBEC-4B8E-8C7A-DDECE7897F82}" sibTransId="{27847F74-A288-4DFA-8EF1-74A361F31BC7}"/>
    <dgm:cxn modelId="{097EA258-EA84-4458-AA71-07DFB0AF55A0}" srcId="{7BDE3DB1-E50B-4D1B-87FB-D39C6D1EBB43}" destId="{A853A46A-AE64-48BD-B800-54C9713E3D75}" srcOrd="2" destOrd="0" parTransId="{50C7C010-5023-44BD-9520-16427CA0B361}" sibTransId="{43D2C252-EDD1-4DA3-84BF-9D49F179DE69}"/>
    <dgm:cxn modelId="{725F8088-C858-4F7A-8A0A-0718CECEF629}" type="presOf" srcId="{224CA532-98F1-4421-879B-FFCD4D87142E}" destId="{D87DDB39-9C39-4F7C-B9A9-0099FE7B1834}" srcOrd="0" destOrd="0" presId="urn:microsoft.com/office/officeart/2005/8/layout/vProcess5"/>
    <dgm:cxn modelId="{22C67EA7-2E6F-40EA-91F0-7F4EA0365FEE}" type="presOf" srcId="{224CA532-98F1-4421-879B-FFCD4D87142E}" destId="{CF5AD2CF-B096-416E-9D55-8D91D2FCF62F}" srcOrd="1" destOrd="0" presId="urn:microsoft.com/office/officeart/2005/8/layout/vProcess5"/>
    <dgm:cxn modelId="{8AAB61B4-DFEE-41C2-88BB-892048FCEF54}" type="presOf" srcId="{A853A46A-AE64-48BD-B800-54C9713E3D75}" destId="{20C4CBC3-D17B-4CFC-AB1E-149E93601E67}" srcOrd="0" destOrd="0" presId="urn:microsoft.com/office/officeart/2005/8/layout/vProcess5"/>
    <dgm:cxn modelId="{7015B6B9-F885-44FE-9B51-B1420FD77C46}" type="presOf" srcId="{8EB830B9-FCDD-4F4E-87E8-D817AE5226B9}" destId="{0ACD57B1-E135-44CE-82AC-DFA80DCA8244}" srcOrd="0" destOrd="0" presId="urn:microsoft.com/office/officeart/2005/8/layout/vProcess5"/>
    <dgm:cxn modelId="{934644C7-0DE2-4C4A-9363-ED15CEF6763E}" srcId="{7BDE3DB1-E50B-4D1B-87FB-D39C6D1EBB43}" destId="{08B3EC65-F23B-4D9F-BB4B-9C4B138136B0}" srcOrd="3" destOrd="0" parTransId="{8EC71DCB-2DC0-4EFC-B06A-387B0BB1459E}" sibTransId="{242CC8BC-2967-4963-9071-792E2DF33F74}"/>
    <dgm:cxn modelId="{D3F89FD2-5FBF-4A82-B370-B7D44971909F}" type="presOf" srcId="{242CC8BC-2967-4963-9071-792E2DF33F74}" destId="{25111C6C-489E-4226-9A5E-C0C167AD7DBB}" srcOrd="0" destOrd="0" presId="urn:microsoft.com/office/officeart/2005/8/layout/vProcess5"/>
    <dgm:cxn modelId="{E4CD5ED7-630E-4C79-B1C1-9DD15D98FBD7}" srcId="{7BDE3DB1-E50B-4D1B-87FB-D39C6D1EBB43}" destId="{224CA532-98F1-4421-879B-FFCD4D87142E}" srcOrd="0" destOrd="0" parTransId="{2680C80E-FDA9-4D20-B7E8-848E51486E1D}" sibTransId="{05ADBBEB-5EA2-4DDC-922C-0CC59C48EC74}"/>
    <dgm:cxn modelId="{184365D8-2AEB-44B0-B18E-A2601409CA91}" type="presOf" srcId="{08B3EC65-F23B-4D9F-BB4B-9C4B138136B0}" destId="{1C4A050C-5C45-4DD9-A6BD-2D3E4D3FCEBD}" srcOrd="1" destOrd="0" presId="urn:microsoft.com/office/officeart/2005/8/layout/vProcess5"/>
    <dgm:cxn modelId="{7BA2ADE7-749F-458B-B8FA-9F65D861B564}" type="presOf" srcId="{43D2C252-EDD1-4DA3-84BF-9D49F179DE69}" destId="{AEE57793-8384-4E1A-8B14-7D0153C1D56E}" srcOrd="0" destOrd="0" presId="urn:microsoft.com/office/officeart/2005/8/layout/vProcess5"/>
    <dgm:cxn modelId="{D7AFE0F8-CCE5-4FB1-ACB6-73774C693ACD}" type="presParOf" srcId="{710CD85D-A776-4A5F-9554-B9EE465A25EA}" destId="{5B6E513E-3468-476C-8742-34796A9704C9}" srcOrd="0" destOrd="0" presId="urn:microsoft.com/office/officeart/2005/8/layout/vProcess5"/>
    <dgm:cxn modelId="{346F2481-B7CC-434A-8C46-241177176E27}" type="presParOf" srcId="{710CD85D-A776-4A5F-9554-B9EE465A25EA}" destId="{D87DDB39-9C39-4F7C-B9A9-0099FE7B1834}" srcOrd="1" destOrd="0" presId="urn:microsoft.com/office/officeart/2005/8/layout/vProcess5"/>
    <dgm:cxn modelId="{0BDD0C24-F9B8-483E-AE99-B41D10B5DF29}" type="presParOf" srcId="{710CD85D-A776-4A5F-9554-B9EE465A25EA}" destId="{0ACD57B1-E135-44CE-82AC-DFA80DCA8244}" srcOrd="2" destOrd="0" presId="urn:microsoft.com/office/officeart/2005/8/layout/vProcess5"/>
    <dgm:cxn modelId="{15FB1ED0-7EDC-44C5-8E60-2C05F32DD809}" type="presParOf" srcId="{710CD85D-A776-4A5F-9554-B9EE465A25EA}" destId="{20C4CBC3-D17B-4CFC-AB1E-149E93601E67}" srcOrd="3" destOrd="0" presId="urn:microsoft.com/office/officeart/2005/8/layout/vProcess5"/>
    <dgm:cxn modelId="{76BA9B43-7A68-4752-BF9B-1D4B2F7391F4}" type="presParOf" srcId="{710CD85D-A776-4A5F-9554-B9EE465A25EA}" destId="{DAEB8401-7B9D-418B-8929-45A55D2F9EF2}" srcOrd="4" destOrd="0" presId="urn:microsoft.com/office/officeart/2005/8/layout/vProcess5"/>
    <dgm:cxn modelId="{B5B39B24-ED37-46F9-8BBB-3335896FFA41}" type="presParOf" srcId="{710CD85D-A776-4A5F-9554-B9EE465A25EA}" destId="{D081E59C-3330-42B5-BD1D-F59F4509741D}" srcOrd="5" destOrd="0" presId="urn:microsoft.com/office/officeart/2005/8/layout/vProcess5"/>
    <dgm:cxn modelId="{A16BA864-62C4-4A27-A3DA-5192F2D6B33C}" type="presParOf" srcId="{710CD85D-A776-4A5F-9554-B9EE465A25EA}" destId="{32C18FEA-5235-4311-A7A0-740531BFAEEC}" srcOrd="6" destOrd="0" presId="urn:microsoft.com/office/officeart/2005/8/layout/vProcess5"/>
    <dgm:cxn modelId="{648873BB-2C3F-4A0C-B558-85D72BD25B7E}" type="presParOf" srcId="{710CD85D-A776-4A5F-9554-B9EE465A25EA}" destId="{4FB39AAA-D9C5-4FDA-BEC1-638513AA0850}" srcOrd="7" destOrd="0" presId="urn:microsoft.com/office/officeart/2005/8/layout/vProcess5"/>
    <dgm:cxn modelId="{FFADA22D-F0EC-4D17-A14E-0819257D9EBC}" type="presParOf" srcId="{710CD85D-A776-4A5F-9554-B9EE465A25EA}" destId="{AEE57793-8384-4E1A-8B14-7D0153C1D56E}" srcOrd="8" destOrd="0" presId="urn:microsoft.com/office/officeart/2005/8/layout/vProcess5"/>
    <dgm:cxn modelId="{0A7BC5F9-7894-4DCF-8735-662CAB88F7D2}" type="presParOf" srcId="{710CD85D-A776-4A5F-9554-B9EE465A25EA}" destId="{25111C6C-489E-4226-9A5E-C0C167AD7DBB}" srcOrd="9" destOrd="0" presId="urn:microsoft.com/office/officeart/2005/8/layout/vProcess5"/>
    <dgm:cxn modelId="{F7870871-EF6D-4386-887A-A40D95A5DC03}" type="presParOf" srcId="{710CD85D-A776-4A5F-9554-B9EE465A25EA}" destId="{CF5AD2CF-B096-416E-9D55-8D91D2FCF62F}" srcOrd="10" destOrd="0" presId="urn:microsoft.com/office/officeart/2005/8/layout/vProcess5"/>
    <dgm:cxn modelId="{16A29EC0-AD5B-4890-8CB9-17B39B3F7A18}" type="presParOf" srcId="{710CD85D-A776-4A5F-9554-B9EE465A25EA}" destId="{9CE680D3-54CC-46C0-A0ED-6DE51C0978EE}" srcOrd="11" destOrd="0" presId="urn:microsoft.com/office/officeart/2005/8/layout/vProcess5"/>
    <dgm:cxn modelId="{AA30B3FF-7F04-46E0-BF42-8655528F3A5E}" type="presParOf" srcId="{710CD85D-A776-4A5F-9554-B9EE465A25EA}" destId="{C3CF9E17-F3D5-4CDE-A718-4DDE5D4F41D4}" srcOrd="12" destOrd="0" presId="urn:microsoft.com/office/officeart/2005/8/layout/vProcess5"/>
    <dgm:cxn modelId="{CE1D0D87-5555-40A2-9CB9-6A94727979A7}" type="presParOf" srcId="{710CD85D-A776-4A5F-9554-B9EE465A25EA}" destId="{1C4A050C-5C45-4DD9-A6BD-2D3E4D3FCEBD}" srcOrd="13" destOrd="0" presId="urn:microsoft.com/office/officeart/2005/8/layout/vProcess5"/>
    <dgm:cxn modelId="{3DC43012-569B-48AE-8F3F-9A12A6651860}" type="presParOf" srcId="{710CD85D-A776-4A5F-9554-B9EE465A25EA}" destId="{1C9AD2A5-72CD-4647-8AA7-1E1E98A534A5}"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97D3A1-5E30-4AA1-8B60-0B3F2B963BCE}"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GB"/>
        </a:p>
      </dgm:t>
    </dgm:pt>
    <dgm:pt modelId="{8374B7AA-5521-4144-AC84-21CD4E27BE7B}">
      <dgm:prSet phldrT="[Text]" phldr="0"/>
      <dgm:spPr/>
      <dgm:t>
        <a:bodyPr/>
        <a:lstStyle/>
        <a:p>
          <a:r>
            <a:rPr lang="en-GB" dirty="0"/>
            <a:t>Day 1: Create an AI account</a:t>
          </a:r>
        </a:p>
      </dgm:t>
    </dgm:pt>
    <dgm:pt modelId="{367D6440-2FC3-4394-988F-840859D6E449}" type="parTrans" cxnId="{FD7CC81B-55D1-4D94-AEE3-FC3BA9C7035B}">
      <dgm:prSet/>
      <dgm:spPr/>
      <dgm:t>
        <a:bodyPr/>
        <a:lstStyle/>
        <a:p>
          <a:endParaRPr lang="en-GB"/>
        </a:p>
      </dgm:t>
    </dgm:pt>
    <dgm:pt modelId="{B3E67530-C7C1-4B66-8D64-30062417D884}" type="sibTrans" cxnId="{FD7CC81B-55D1-4D94-AEE3-FC3BA9C7035B}">
      <dgm:prSet/>
      <dgm:spPr/>
      <dgm:t>
        <a:bodyPr/>
        <a:lstStyle/>
        <a:p>
          <a:endParaRPr lang="en-GB"/>
        </a:p>
      </dgm:t>
    </dgm:pt>
    <dgm:pt modelId="{C431DD97-DEE4-4F76-B097-D54324608457}">
      <dgm:prSet/>
      <dgm:spPr/>
      <dgm:t>
        <a:bodyPr/>
        <a:lstStyle/>
        <a:p>
          <a:r>
            <a:rPr lang="en-GB"/>
            <a:t>Day 2: Try one task</a:t>
          </a:r>
          <a:endParaRPr lang="en-GB" dirty="0"/>
        </a:p>
      </dgm:t>
    </dgm:pt>
    <dgm:pt modelId="{7F24735D-4D9B-4A31-BFCF-906FC25B8DA1}" type="parTrans" cxnId="{78CD71EE-FB53-4128-B008-3B235424894C}">
      <dgm:prSet/>
      <dgm:spPr/>
      <dgm:t>
        <a:bodyPr/>
        <a:lstStyle/>
        <a:p>
          <a:endParaRPr lang="en-GB"/>
        </a:p>
      </dgm:t>
    </dgm:pt>
    <dgm:pt modelId="{E91AD5FD-412C-4B3C-B7EA-0DF29BA4DFB9}" type="sibTrans" cxnId="{78CD71EE-FB53-4128-B008-3B235424894C}">
      <dgm:prSet/>
      <dgm:spPr/>
      <dgm:t>
        <a:bodyPr/>
        <a:lstStyle/>
        <a:p>
          <a:endParaRPr lang="en-GB"/>
        </a:p>
      </dgm:t>
    </dgm:pt>
    <dgm:pt modelId="{442F6EBE-A1BD-4C38-9266-A3F0AF06A025}">
      <dgm:prSet/>
      <dgm:spPr/>
      <dgm:t>
        <a:bodyPr/>
        <a:lstStyle/>
        <a:p>
          <a:r>
            <a:rPr lang="en-GB"/>
            <a:t>Day 3: Improve prompts</a:t>
          </a:r>
          <a:endParaRPr lang="en-GB" dirty="0"/>
        </a:p>
      </dgm:t>
    </dgm:pt>
    <dgm:pt modelId="{C16D2E6E-7126-4722-85A9-70908C217DFF}" type="parTrans" cxnId="{4F57199E-8BFD-4ABB-A32B-B6BB49275386}">
      <dgm:prSet/>
      <dgm:spPr/>
      <dgm:t>
        <a:bodyPr/>
        <a:lstStyle/>
        <a:p>
          <a:endParaRPr lang="en-GB"/>
        </a:p>
      </dgm:t>
    </dgm:pt>
    <dgm:pt modelId="{EA63EFD7-67B1-4092-A847-5AFC85F610FB}" type="sibTrans" cxnId="{4F57199E-8BFD-4ABB-A32B-B6BB49275386}">
      <dgm:prSet/>
      <dgm:spPr/>
      <dgm:t>
        <a:bodyPr/>
        <a:lstStyle/>
        <a:p>
          <a:endParaRPr lang="en-GB"/>
        </a:p>
      </dgm:t>
    </dgm:pt>
    <dgm:pt modelId="{5541A672-7447-4912-887C-E22BF6510547}">
      <dgm:prSet/>
      <dgm:spPr/>
      <dgm:t>
        <a:bodyPr/>
        <a:lstStyle/>
        <a:p>
          <a:r>
            <a:rPr lang="en-GB"/>
            <a:t>Day 4: Apply to work</a:t>
          </a:r>
          <a:endParaRPr lang="en-GB" dirty="0"/>
        </a:p>
      </dgm:t>
    </dgm:pt>
    <dgm:pt modelId="{71508BC6-2343-4CBD-AF9E-29D5BA9C8B21}" type="parTrans" cxnId="{43F4BB85-B887-4C7B-A8EE-ED53ECB62580}">
      <dgm:prSet/>
      <dgm:spPr/>
      <dgm:t>
        <a:bodyPr/>
        <a:lstStyle/>
        <a:p>
          <a:endParaRPr lang="en-GB"/>
        </a:p>
      </dgm:t>
    </dgm:pt>
    <dgm:pt modelId="{638AA854-A602-4C8C-A197-54E51E191E6D}" type="sibTrans" cxnId="{43F4BB85-B887-4C7B-A8EE-ED53ECB62580}">
      <dgm:prSet/>
      <dgm:spPr/>
      <dgm:t>
        <a:bodyPr/>
        <a:lstStyle/>
        <a:p>
          <a:endParaRPr lang="en-GB"/>
        </a:p>
      </dgm:t>
    </dgm:pt>
    <dgm:pt modelId="{39E8CA93-8324-422C-A764-38AB65FAA4C0}">
      <dgm:prSet/>
      <dgm:spPr/>
      <dgm:t>
        <a:bodyPr/>
        <a:lstStyle/>
        <a:p>
          <a:r>
            <a:rPr lang="en-GB"/>
            <a:t>Day 5‑7: Practice and explore</a:t>
          </a:r>
          <a:endParaRPr lang="en-GB" dirty="0"/>
        </a:p>
      </dgm:t>
    </dgm:pt>
    <dgm:pt modelId="{954BF249-C9B0-4513-8E83-23BC6222E35A}" type="parTrans" cxnId="{B7058E05-63FF-4EE9-8281-39D7725737DF}">
      <dgm:prSet/>
      <dgm:spPr/>
      <dgm:t>
        <a:bodyPr/>
        <a:lstStyle/>
        <a:p>
          <a:endParaRPr lang="en-GB"/>
        </a:p>
      </dgm:t>
    </dgm:pt>
    <dgm:pt modelId="{AB9709FD-DBEF-4C2E-B4A2-8B213F615716}" type="sibTrans" cxnId="{B7058E05-63FF-4EE9-8281-39D7725737DF}">
      <dgm:prSet/>
      <dgm:spPr/>
      <dgm:t>
        <a:bodyPr/>
        <a:lstStyle/>
        <a:p>
          <a:endParaRPr lang="en-GB"/>
        </a:p>
      </dgm:t>
    </dgm:pt>
    <dgm:pt modelId="{9A991DB9-676E-4799-ABD5-CD1E85B01303}" type="pres">
      <dgm:prSet presAssocID="{6597D3A1-5E30-4AA1-8B60-0B3F2B963BCE}" presName="outerComposite" presStyleCnt="0">
        <dgm:presLayoutVars>
          <dgm:chMax val="5"/>
          <dgm:dir/>
          <dgm:resizeHandles val="exact"/>
        </dgm:presLayoutVars>
      </dgm:prSet>
      <dgm:spPr/>
    </dgm:pt>
    <dgm:pt modelId="{79C20D80-F82C-4D3F-896D-A333840E390D}" type="pres">
      <dgm:prSet presAssocID="{6597D3A1-5E30-4AA1-8B60-0B3F2B963BCE}" presName="dummyMaxCanvas" presStyleCnt="0">
        <dgm:presLayoutVars/>
      </dgm:prSet>
      <dgm:spPr/>
    </dgm:pt>
    <dgm:pt modelId="{A60CA06F-BD18-4005-A206-6D4FC43E0C6A}" type="pres">
      <dgm:prSet presAssocID="{6597D3A1-5E30-4AA1-8B60-0B3F2B963BCE}" presName="FiveNodes_1" presStyleLbl="node1" presStyleIdx="0" presStyleCnt="5">
        <dgm:presLayoutVars>
          <dgm:bulletEnabled val="1"/>
        </dgm:presLayoutVars>
      </dgm:prSet>
      <dgm:spPr/>
    </dgm:pt>
    <dgm:pt modelId="{CBC0EEE0-867A-4AF7-9855-AD77B6586CFF}" type="pres">
      <dgm:prSet presAssocID="{6597D3A1-5E30-4AA1-8B60-0B3F2B963BCE}" presName="FiveNodes_2" presStyleLbl="node1" presStyleIdx="1" presStyleCnt="5">
        <dgm:presLayoutVars>
          <dgm:bulletEnabled val="1"/>
        </dgm:presLayoutVars>
      </dgm:prSet>
      <dgm:spPr/>
    </dgm:pt>
    <dgm:pt modelId="{723C7DFC-AF5B-4035-8B52-8D7DD6FF8060}" type="pres">
      <dgm:prSet presAssocID="{6597D3A1-5E30-4AA1-8B60-0B3F2B963BCE}" presName="FiveNodes_3" presStyleLbl="node1" presStyleIdx="2" presStyleCnt="5">
        <dgm:presLayoutVars>
          <dgm:bulletEnabled val="1"/>
        </dgm:presLayoutVars>
      </dgm:prSet>
      <dgm:spPr/>
    </dgm:pt>
    <dgm:pt modelId="{3ED7C37C-4BD2-48C3-A103-A69F83179CB9}" type="pres">
      <dgm:prSet presAssocID="{6597D3A1-5E30-4AA1-8B60-0B3F2B963BCE}" presName="FiveNodes_4" presStyleLbl="node1" presStyleIdx="3" presStyleCnt="5">
        <dgm:presLayoutVars>
          <dgm:bulletEnabled val="1"/>
        </dgm:presLayoutVars>
      </dgm:prSet>
      <dgm:spPr/>
    </dgm:pt>
    <dgm:pt modelId="{A714081A-68AA-4456-857D-247C86365768}" type="pres">
      <dgm:prSet presAssocID="{6597D3A1-5E30-4AA1-8B60-0B3F2B963BCE}" presName="FiveNodes_5" presStyleLbl="node1" presStyleIdx="4" presStyleCnt="5">
        <dgm:presLayoutVars>
          <dgm:bulletEnabled val="1"/>
        </dgm:presLayoutVars>
      </dgm:prSet>
      <dgm:spPr/>
    </dgm:pt>
    <dgm:pt modelId="{C61F44E2-494C-4303-A813-D3791977A387}" type="pres">
      <dgm:prSet presAssocID="{6597D3A1-5E30-4AA1-8B60-0B3F2B963BCE}" presName="FiveConn_1-2" presStyleLbl="fgAccFollowNode1" presStyleIdx="0" presStyleCnt="4">
        <dgm:presLayoutVars>
          <dgm:bulletEnabled val="1"/>
        </dgm:presLayoutVars>
      </dgm:prSet>
      <dgm:spPr/>
    </dgm:pt>
    <dgm:pt modelId="{2CD18BC7-F161-4EF8-87B0-C63F4646EC54}" type="pres">
      <dgm:prSet presAssocID="{6597D3A1-5E30-4AA1-8B60-0B3F2B963BCE}" presName="FiveConn_2-3" presStyleLbl="fgAccFollowNode1" presStyleIdx="1" presStyleCnt="4">
        <dgm:presLayoutVars>
          <dgm:bulletEnabled val="1"/>
        </dgm:presLayoutVars>
      </dgm:prSet>
      <dgm:spPr/>
    </dgm:pt>
    <dgm:pt modelId="{CD99946B-3DDC-4DC0-8DE4-75B48D8DD139}" type="pres">
      <dgm:prSet presAssocID="{6597D3A1-5E30-4AA1-8B60-0B3F2B963BCE}" presName="FiveConn_3-4" presStyleLbl="fgAccFollowNode1" presStyleIdx="2" presStyleCnt="4">
        <dgm:presLayoutVars>
          <dgm:bulletEnabled val="1"/>
        </dgm:presLayoutVars>
      </dgm:prSet>
      <dgm:spPr/>
    </dgm:pt>
    <dgm:pt modelId="{704DC230-797A-4171-94DA-F5443D83307D}" type="pres">
      <dgm:prSet presAssocID="{6597D3A1-5E30-4AA1-8B60-0B3F2B963BCE}" presName="FiveConn_4-5" presStyleLbl="fgAccFollowNode1" presStyleIdx="3" presStyleCnt="4">
        <dgm:presLayoutVars>
          <dgm:bulletEnabled val="1"/>
        </dgm:presLayoutVars>
      </dgm:prSet>
      <dgm:spPr/>
    </dgm:pt>
    <dgm:pt modelId="{D2BABD7A-3C3C-4D98-A3CC-BD9A109E71E9}" type="pres">
      <dgm:prSet presAssocID="{6597D3A1-5E30-4AA1-8B60-0B3F2B963BCE}" presName="FiveNodes_1_text" presStyleLbl="node1" presStyleIdx="4" presStyleCnt="5">
        <dgm:presLayoutVars>
          <dgm:bulletEnabled val="1"/>
        </dgm:presLayoutVars>
      </dgm:prSet>
      <dgm:spPr/>
    </dgm:pt>
    <dgm:pt modelId="{EBB2F77B-1970-44C6-858D-64929637225C}" type="pres">
      <dgm:prSet presAssocID="{6597D3A1-5E30-4AA1-8B60-0B3F2B963BCE}" presName="FiveNodes_2_text" presStyleLbl="node1" presStyleIdx="4" presStyleCnt="5">
        <dgm:presLayoutVars>
          <dgm:bulletEnabled val="1"/>
        </dgm:presLayoutVars>
      </dgm:prSet>
      <dgm:spPr/>
    </dgm:pt>
    <dgm:pt modelId="{FC63CA9B-31B7-4D32-825B-2A708B90907E}" type="pres">
      <dgm:prSet presAssocID="{6597D3A1-5E30-4AA1-8B60-0B3F2B963BCE}" presName="FiveNodes_3_text" presStyleLbl="node1" presStyleIdx="4" presStyleCnt="5">
        <dgm:presLayoutVars>
          <dgm:bulletEnabled val="1"/>
        </dgm:presLayoutVars>
      </dgm:prSet>
      <dgm:spPr/>
    </dgm:pt>
    <dgm:pt modelId="{EA9435C8-F476-4D48-B7D1-467891628467}" type="pres">
      <dgm:prSet presAssocID="{6597D3A1-5E30-4AA1-8B60-0B3F2B963BCE}" presName="FiveNodes_4_text" presStyleLbl="node1" presStyleIdx="4" presStyleCnt="5">
        <dgm:presLayoutVars>
          <dgm:bulletEnabled val="1"/>
        </dgm:presLayoutVars>
      </dgm:prSet>
      <dgm:spPr/>
    </dgm:pt>
    <dgm:pt modelId="{945FE193-96CE-4E81-9F72-B26917791F65}" type="pres">
      <dgm:prSet presAssocID="{6597D3A1-5E30-4AA1-8B60-0B3F2B963BCE}" presName="FiveNodes_5_text" presStyleLbl="node1" presStyleIdx="4" presStyleCnt="5">
        <dgm:presLayoutVars>
          <dgm:bulletEnabled val="1"/>
        </dgm:presLayoutVars>
      </dgm:prSet>
      <dgm:spPr/>
    </dgm:pt>
  </dgm:ptLst>
  <dgm:cxnLst>
    <dgm:cxn modelId="{B7058E05-63FF-4EE9-8281-39D7725737DF}" srcId="{6597D3A1-5E30-4AA1-8B60-0B3F2B963BCE}" destId="{39E8CA93-8324-422C-A764-38AB65FAA4C0}" srcOrd="4" destOrd="0" parTransId="{954BF249-C9B0-4513-8E83-23BC6222E35A}" sibTransId="{AB9709FD-DBEF-4C2E-B4A2-8B213F615716}"/>
    <dgm:cxn modelId="{FD7CC81B-55D1-4D94-AEE3-FC3BA9C7035B}" srcId="{6597D3A1-5E30-4AA1-8B60-0B3F2B963BCE}" destId="{8374B7AA-5521-4144-AC84-21CD4E27BE7B}" srcOrd="0" destOrd="0" parTransId="{367D6440-2FC3-4394-988F-840859D6E449}" sibTransId="{B3E67530-C7C1-4B66-8D64-30062417D884}"/>
    <dgm:cxn modelId="{0D7BC030-3C71-4DEC-9C97-4BD10F8BC701}" type="presOf" srcId="{5541A672-7447-4912-887C-E22BF6510547}" destId="{EA9435C8-F476-4D48-B7D1-467891628467}" srcOrd="1" destOrd="0" presId="urn:microsoft.com/office/officeart/2005/8/layout/vProcess5"/>
    <dgm:cxn modelId="{E3D3A55C-AB1A-4D9F-A992-1A60E577C048}" type="presOf" srcId="{5541A672-7447-4912-887C-E22BF6510547}" destId="{3ED7C37C-4BD2-48C3-A103-A69F83179CB9}" srcOrd="0" destOrd="0" presId="urn:microsoft.com/office/officeart/2005/8/layout/vProcess5"/>
    <dgm:cxn modelId="{DDCA394B-49C6-454B-B92B-FABDED1C2C93}" type="presOf" srcId="{C431DD97-DEE4-4F76-B097-D54324608457}" destId="{EBB2F77B-1970-44C6-858D-64929637225C}" srcOrd="1" destOrd="0" presId="urn:microsoft.com/office/officeart/2005/8/layout/vProcess5"/>
    <dgm:cxn modelId="{6575AD57-BC3E-46A6-A3E7-93DD6A9CF5D6}" type="presOf" srcId="{E91AD5FD-412C-4B3C-B7EA-0DF29BA4DFB9}" destId="{2CD18BC7-F161-4EF8-87B0-C63F4646EC54}" srcOrd="0" destOrd="0" presId="urn:microsoft.com/office/officeart/2005/8/layout/vProcess5"/>
    <dgm:cxn modelId="{43F4BB85-B887-4C7B-A8EE-ED53ECB62580}" srcId="{6597D3A1-5E30-4AA1-8B60-0B3F2B963BCE}" destId="{5541A672-7447-4912-887C-E22BF6510547}" srcOrd="3" destOrd="0" parTransId="{71508BC6-2343-4CBD-AF9E-29D5BA9C8B21}" sibTransId="{638AA854-A602-4C8C-A197-54E51E191E6D}"/>
    <dgm:cxn modelId="{A8D6BE8A-1C5B-45E6-A052-73C7EDC76326}" type="presOf" srcId="{39E8CA93-8324-422C-A764-38AB65FAA4C0}" destId="{A714081A-68AA-4456-857D-247C86365768}" srcOrd="0" destOrd="0" presId="urn:microsoft.com/office/officeart/2005/8/layout/vProcess5"/>
    <dgm:cxn modelId="{A4F24090-A106-457C-9915-C1FC7C8C4F59}" type="presOf" srcId="{C431DD97-DEE4-4F76-B097-D54324608457}" destId="{CBC0EEE0-867A-4AF7-9855-AD77B6586CFF}" srcOrd="0" destOrd="0" presId="urn:microsoft.com/office/officeart/2005/8/layout/vProcess5"/>
    <dgm:cxn modelId="{17DE4294-D52F-49FC-BB92-3A3186F19F1B}" type="presOf" srcId="{638AA854-A602-4C8C-A197-54E51E191E6D}" destId="{704DC230-797A-4171-94DA-F5443D83307D}" srcOrd="0" destOrd="0" presId="urn:microsoft.com/office/officeart/2005/8/layout/vProcess5"/>
    <dgm:cxn modelId="{4F57199E-8BFD-4ABB-A32B-B6BB49275386}" srcId="{6597D3A1-5E30-4AA1-8B60-0B3F2B963BCE}" destId="{442F6EBE-A1BD-4C38-9266-A3F0AF06A025}" srcOrd="2" destOrd="0" parTransId="{C16D2E6E-7126-4722-85A9-70908C217DFF}" sibTransId="{EA63EFD7-67B1-4092-A847-5AFC85F610FB}"/>
    <dgm:cxn modelId="{9E22CAAC-A7C6-4540-838B-00185A8AD607}" type="presOf" srcId="{8374B7AA-5521-4144-AC84-21CD4E27BE7B}" destId="{A60CA06F-BD18-4005-A206-6D4FC43E0C6A}" srcOrd="0" destOrd="0" presId="urn:microsoft.com/office/officeart/2005/8/layout/vProcess5"/>
    <dgm:cxn modelId="{D42471BA-C03E-4801-9A24-DECDBC1F2EB9}" type="presOf" srcId="{B3E67530-C7C1-4B66-8D64-30062417D884}" destId="{C61F44E2-494C-4303-A813-D3791977A387}" srcOrd="0" destOrd="0" presId="urn:microsoft.com/office/officeart/2005/8/layout/vProcess5"/>
    <dgm:cxn modelId="{947430CA-A651-4DC9-A54D-66B985A4C857}" type="presOf" srcId="{6597D3A1-5E30-4AA1-8B60-0B3F2B963BCE}" destId="{9A991DB9-676E-4799-ABD5-CD1E85B01303}" srcOrd="0" destOrd="0" presId="urn:microsoft.com/office/officeart/2005/8/layout/vProcess5"/>
    <dgm:cxn modelId="{C4357ED1-A8F3-42A9-AA18-E240F6026E21}" type="presOf" srcId="{EA63EFD7-67B1-4092-A847-5AFC85F610FB}" destId="{CD99946B-3DDC-4DC0-8DE4-75B48D8DD139}" srcOrd="0" destOrd="0" presId="urn:microsoft.com/office/officeart/2005/8/layout/vProcess5"/>
    <dgm:cxn modelId="{04EE71D2-BEA5-403B-BF39-404DA007BE41}" type="presOf" srcId="{442F6EBE-A1BD-4C38-9266-A3F0AF06A025}" destId="{723C7DFC-AF5B-4035-8B52-8D7DD6FF8060}" srcOrd="0" destOrd="0" presId="urn:microsoft.com/office/officeart/2005/8/layout/vProcess5"/>
    <dgm:cxn modelId="{48B885E0-168D-4522-AFA5-B439E2730B0E}" type="presOf" srcId="{39E8CA93-8324-422C-A764-38AB65FAA4C0}" destId="{945FE193-96CE-4E81-9F72-B26917791F65}" srcOrd="1" destOrd="0" presId="urn:microsoft.com/office/officeart/2005/8/layout/vProcess5"/>
    <dgm:cxn modelId="{734BA3E5-1DAA-4A31-B79A-4E3BA8170967}" type="presOf" srcId="{8374B7AA-5521-4144-AC84-21CD4E27BE7B}" destId="{D2BABD7A-3C3C-4D98-A3CC-BD9A109E71E9}" srcOrd="1" destOrd="0" presId="urn:microsoft.com/office/officeart/2005/8/layout/vProcess5"/>
    <dgm:cxn modelId="{78CD71EE-FB53-4128-B008-3B235424894C}" srcId="{6597D3A1-5E30-4AA1-8B60-0B3F2B963BCE}" destId="{C431DD97-DEE4-4F76-B097-D54324608457}" srcOrd="1" destOrd="0" parTransId="{7F24735D-4D9B-4A31-BFCF-906FC25B8DA1}" sibTransId="{E91AD5FD-412C-4B3C-B7EA-0DF29BA4DFB9}"/>
    <dgm:cxn modelId="{24669EF5-A271-4AAB-A5C1-151D7287756A}" type="presOf" srcId="{442F6EBE-A1BD-4C38-9266-A3F0AF06A025}" destId="{FC63CA9B-31B7-4D32-825B-2A708B90907E}" srcOrd="1" destOrd="0" presId="urn:microsoft.com/office/officeart/2005/8/layout/vProcess5"/>
    <dgm:cxn modelId="{183D0721-A2A2-42ED-BFE9-D77C9FF987A8}" type="presParOf" srcId="{9A991DB9-676E-4799-ABD5-CD1E85B01303}" destId="{79C20D80-F82C-4D3F-896D-A333840E390D}" srcOrd="0" destOrd="0" presId="urn:microsoft.com/office/officeart/2005/8/layout/vProcess5"/>
    <dgm:cxn modelId="{4D3C89ED-E5E8-4E5F-AEC6-62C486CF349D}" type="presParOf" srcId="{9A991DB9-676E-4799-ABD5-CD1E85B01303}" destId="{A60CA06F-BD18-4005-A206-6D4FC43E0C6A}" srcOrd="1" destOrd="0" presId="urn:microsoft.com/office/officeart/2005/8/layout/vProcess5"/>
    <dgm:cxn modelId="{7297691B-F382-49EC-8468-CA66B0755C11}" type="presParOf" srcId="{9A991DB9-676E-4799-ABD5-CD1E85B01303}" destId="{CBC0EEE0-867A-4AF7-9855-AD77B6586CFF}" srcOrd="2" destOrd="0" presId="urn:microsoft.com/office/officeart/2005/8/layout/vProcess5"/>
    <dgm:cxn modelId="{7485448E-8998-4ACA-B1AF-22DC8CDC834B}" type="presParOf" srcId="{9A991DB9-676E-4799-ABD5-CD1E85B01303}" destId="{723C7DFC-AF5B-4035-8B52-8D7DD6FF8060}" srcOrd="3" destOrd="0" presId="urn:microsoft.com/office/officeart/2005/8/layout/vProcess5"/>
    <dgm:cxn modelId="{FFD15747-8D1E-44CE-BD6C-9FEB7C99900C}" type="presParOf" srcId="{9A991DB9-676E-4799-ABD5-CD1E85B01303}" destId="{3ED7C37C-4BD2-48C3-A103-A69F83179CB9}" srcOrd="4" destOrd="0" presId="urn:microsoft.com/office/officeart/2005/8/layout/vProcess5"/>
    <dgm:cxn modelId="{A28CD695-ACE2-446F-84E3-A5957ABE3AF4}" type="presParOf" srcId="{9A991DB9-676E-4799-ABD5-CD1E85B01303}" destId="{A714081A-68AA-4456-857D-247C86365768}" srcOrd="5" destOrd="0" presId="urn:microsoft.com/office/officeart/2005/8/layout/vProcess5"/>
    <dgm:cxn modelId="{197B8E46-DF6E-44E8-98A6-D204CE355E3E}" type="presParOf" srcId="{9A991DB9-676E-4799-ABD5-CD1E85B01303}" destId="{C61F44E2-494C-4303-A813-D3791977A387}" srcOrd="6" destOrd="0" presId="urn:microsoft.com/office/officeart/2005/8/layout/vProcess5"/>
    <dgm:cxn modelId="{A59E5101-AC0C-4666-B8FF-177FB31F1647}" type="presParOf" srcId="{9A991DB9-676E-4799-ABD5-CD1E85B01303}" destId="{2CD18BC7-F161-4EF8-87B0-C63F4646EC54}" srcOrd="7" destOrd="0" presId="urn:microsoft.com/office/officeart/2005/8/layout/vProcess5"/>
    <dgm:cxn modelId="{373344A7-2CFF-4F06-AB97-69C8F444E45F}" type="presParOf" srcId="{9A991DB9-676E-4799-ABD5-CD1E85B01303}" destId="{CD99946B-3DDC-4DC0-8DE4-75B48D8DD139}" srcOrd="8" destOrd="0" presId="urn:microsoft.com/office/officeart/2005/8/layout/vProcess5"/>
    <dgm:cxn modelId="{5DD43903-7AF9-4253-8084-FA843492E7C3}" type="presParOf" srcId="{9A991DB9-676E-4799-ABD5-CD1E85B01303}" destId="{704DC230-797A-4171-94DA-F5443D83307D}" srcOrd="9" destOrd="0" presId="urn:microsoft.com/office/officeart/2005/8/layout/vProcess5"/>
    <dgm:cxn modelId="{8334B887-BC2D-4BD6-A3D4-F73D499FED88}" type="presParOf" srcId="{9A991DB9-676E-4799-ABD5-CD1E85B01303}" destId="{D2BABD7A-3C3C-4D98-A3CC-BD9A109E71E9}" srcOrd="10" destOrd="0" presId="urn:microsoft.com/office/officeart/2005/8/layout/vProcess5"/>
    <dgm:cxn modelId="{99C9B01C-3314-4448-86F0-AE684A71B2E4}" type="presParOf" srcId="{9A991DB9-676E-4799-ABD5-CD1E85B01303}" destId="{EBB2F77B-1970-44C6-858D-64929637225C}" srcOrd="11" destOrd="0" presId="urn:microsoft.com/office/officeart/2005/8/layout/vProcess5"/>
    <dgm:cxn modelId="{44B7EA89-048A-4606-A6BB-0DB141E91E49}" type="presParOf" srcId="{9A991DB9-676E-4799-ABD5-CD1E85B01303}" destId="{FC63CA9B-31B7-4D32-825B-2A708B90907E}" srcOrd="12" destOrd="0" presId="urn:microsoft.com/office/officeart/2005/8/layout/vProcess5"/>
    <dgm:cxn modelId="{149887FA-BD36-4911-8422-9143C15A2E1F}" type="presParOf" srcId="{9A991DB9-676E-4799-ABD5-CD1E85B01303}" destId="{EA9435C8-F476-4D48-B7D1-467891628467}" srcOrd="13" destOrd="0" presId="urn:microsoft.com/office/officeart/2005/8/layout/vProcess5"/>
    <dgm:cxn modelId="{116533CB-917C-44CA-9D77-DD954ADE862B}" type="presParOf" srcId="{9A991DB9-676E-4799-ABD5-CD1E85B01303}" destId="{945FE193-96CE-4E81-9F72-B26917791F6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649AA-EEBA-43DF-B9DC-66D5BA99D5CC}">
      <dsp:nvSpPr>
        <dsp:cNvPr id="0" name=""/>
        <dsp:cNvSpPr/>
      </dsp:nvSpPr>
      <dsp:spPr>
        <a:xfrm>
          <a:off x="0" y="0"/>
          <a:ext cx="8375904" cy="882724"/>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02D23C-BBF6-4782-B853-5010E19F4F94}">
      <dsp:nvSpPr>
        <dsp:cNvPr id="0" name=""/>
        <dsp:cNvSpPr/>
      </dsp:nvSpPr>
      <dsp:spPr>
        <a:xfrm>
          <a:off x="267024" y="202757"/>
          <a:ext cx="485498" cy="4854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0C92A9-78A3-47B4-B227-86BD4563A3EB}">
      <dsp:nvSpPr>
        <dsp:cNvPr id="0" name=""/>
        <dsp:cNvSpPr/>
      </dsp:nvSpPr>
      <dsp:spPr>
        <a:xfrm>
          <a:off x="1019546" y="4144"/>
          <a:ext cx="7356357" cy="882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22" tIns="93422" rIns="93422" bIns="93422" numCol="1" spcCol="1270" anchor="ctr" anchorCtr="0">
          <a:noAutofit/>
        </a:bodyPr>
        <a:lstStyle/>
        <a:p>
          <a:pPr marL="0" lvl="0" indent="0" algn="l" defTabSz="844550">
            <a:lnSpc>
              <a:spcPct val="100000"/>
            </a:lnSpc>
            <a:spcBef>
              <a:spcPct val="0"/>
            </a:spcBef>
            <a:spcAft>
              <a:spcPct val="35000"/>
            </a:spcAft>
            <a:buNone/>
          </a:pPr>
          <a:r>
            <a:rPr lang="en-US" sz="1900" kern="1200"/>
            <a:t>AI is already shaping:</a:t>
          </a:r>
        </a:p>
      </dsp:txBody>
      <dsp:txXfrm>
        <a:off x="1019546" y="4144"/>
        <a:ext cx="7356357" cy="882724"/>
      </dsp:txXfrm>
    </dsp:sp>
    <dsp:sp modelId="{1027960F-0A73-4981-9284-5089D37F71B5}">
      <dsp:nvSpPr>
        <dsp:cNvPr id="0" name=""/>
        <dsp:cNvSpPr/>
      </dsp:nvSpPr>
      <dsp:spPr>
        <a:xfrm>
          <a:off x="0" y="1107549"/>
          <a:ext cx="8375904" cy="882724"/>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875345-EEAA-4154-9CAD-125539596AE2}">
      <dsp:nvSpPr>
        <dsp:cNvPr id="0" name=""/>
        <dsp:cNvSpPr/>
      </dsp:nvSpPr>
      <dsp:spPr>
        <a:xfrm>
          <a:off x="267024" y="1306162"/>
          <a:ext cx="485498" cy="4854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290742-6D9E-46A7-9C37-5EEA9B1A1A14}">
      <dsp:nvSpPr>
        <dsp:cNvPr id="0" name=""/>
        <dsp:cNvSpPr/>
      </dsp:nvSpPr>
      <dsp:spPr>
        <a:xfrm>
          <a:off x="1019546" y="1107549"/>
          <a:ext cx="7356357" cy="882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22" tIns="93422" rIns="93422" bIns="93422" numCol="1" spcCol="1270" anchor="ctr" anchorCtr="0">
          <a:noAutofit/>
        </a:bodyPr>
        <a:lstStyle/>
        <a:p>
          <a:pPr marL="0" lvl="0" indent="0" algn="l" defTabSz="844550">
            <a:lnSpc>
              <a:spcPct val="100000"/>
            </a:lnSpc>
            <a:spcBef>
              <a:spcPct val="0"/>
            </a:spcBef>
            <a:spcAft>
              <a:spcPct val="35000"/>
            </a:spcAft>
            <a:buNone/>
          </a:pPr>
          <a:r>
            <a:rPr lang="en-US" sz="1900" kern="1200" dirty="0"/>
            <a:t>Jobs</a:t>
          </a:r>
        </a:p>
      </dsp:txBody>
      <dsp:txXfrm>
        <a:off x="1019546" y="1107549"/>
        <a:ext cx="7356357" cy="882724"/>
      </dsp:txXfrm>
    </dsp:sp>
    <dsp:sp modelId="{975F0380-FB79-44B2-813D-7259E08A2F20}">
      <dsp:nvSpPr>
        <dsp:cNvPr id="0" name=""/>
        <dsp:cNvSpPr/>
      </dsp:nvSpPr>
      <dsp:spPr>
        <a:xfrm>
          <a:off x="0" y="2210954"/>
          <a:ext cx="8375904" cy="882724"/>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9F6388-D680-456D-B658-1E927E12B378}">
      <dsp:nvSpPr>
        <dsp:cNvPr id="0" name=""/>
        <dsp:cNvSpPr/>
      </dsp:nvSpPr>
      <dsp:spPr>
        <a:xfrm>
          <a:off x="267024" y="2409567"/>
          <a:ext cx="485498" cy="4854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18A27B-B551-4A76-9CA8-4F99B191EFAE}">
      <dsp:nvSpPr>
        <dsp:cNvPr id="0" name=""/>
        <dsp:cNvSpPr/>
      </dsp:nvSpPr>
      <dsp:spPr>
        <a:xfrm>
          <a:off x="1019546" y="2210954"/>
          <a:ext cx="7356357" cy="882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22" tIns="93422" rIns="93422" bIns="93422" numCol="1" spcCol="1270" anchor="ctr" anchorCtr="0">
          <a:noAutofit/>
        </a:bodyPr>
        <a:lstStyle/>
        <a:p>
          <a:pPr marL="0" lvl="0" indent="0" algn="l" defTabSz="844550">
            <a:lnSpc>
              <a:spcPct val="100000"/>
            </a:lnSpc>
            <a:spcBef>
              <a:spcPct val="0"/>
            </a:spcBef>
            <a:spcAft>
              <a:spcPct val="35000"/>
            </a:spcAft>
            <a:buNone/>
          </a:pPr>
          <a:r>
            <a:rPr lang="en-US" sz="1900" kern="1200" dirty="0"/>
            <a:t>Businesses</a:t>
          </a:r>
        </a:p>
      </dsp:txBody>
      <dsp:txXfrm>
        <a:off x="1019546" y="2210954"/>
        <a:ext cx="7356357" cy="882724"/>
      </dsp:txXfrm>
    </dsp:sp>
    <dsp:sp modelId="{73F4203C-65BC-4A5E-9D5F-08C928AE05BD}">
      <dsp:nvSpPr>
        <dsp:cNvPr id="0" name=""/>
        <dsp:cNvSpPr/>
      </dsp:nvSpPr>
      <dsp:spPr>
        <a:xfrm>
          <a:off x="0" y="3314360"/>
          <a:ext cx="8375904" cy="882724"/>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0F8DA0-2BDC-4146-B2F6-DC6571B09D76}">
      <dsp:nvSpPr>
        <dsp:cNvPr id="0" name=""/>
        <dsp:cNvSpPr/>
      </dsp:nvSpPr>
      <dsp:spPr>
        <a:xfrm>
          <a:off x="267024" y="3512973"/>
          <a:ext cx="485498" cy="48549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DC43F8-AA22-42DE-AF2E-C50370118EA8}">
      <dsp:nvSpPr>
        <dsp:cNvPr id="0" name=""/>
        <dsp:cNvSpPr/>
      </dsp:nvSpPr>
      <dsp:spPr>
        <a:xfrm>
          <a:off x="1019546" y="3314360"/>
          <a:ext cx="7356357" cy="882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22" tIns="93422" rIns="93422" bIns="93422" numCol="1" spcCol="1270" anchor="ctr" anchorCtr="0">
          <a:noAutofit/>
        </a:bodyPr>
        <a:lstStyle/>
        <a:p>
          <a:pPr marL="0" lvl="0" indent="0" algn="l" defTabSz="844550">
            <a:lnSpc>
              <a:spcPct val="100000"/>
            </a:lnSpc>
            <a:spcBef>
              <a:spcPct val="0"/>
            </a:spcBef>
            <a:spcAft>
              <a:spcPct val="35000"/>
            </a:spcAft>
            <a:buNone/>
          </a:pPr>
          <a:r>
            <a:rPr lang="en-US" sz="1900" kern="1200" dirty="0"/>
            <a:t>Daily life</a:t>
          </a:r>
        </a:p>
      </dsp:txBody>
      <dsp:txXfrm>
        <a:off x="1019546" y="3314360"/>
        <a:ext cx="7356357" cy="882724"/>
      </dsp:txXfrm>
    </dsp:sp>
    <dsp:sp modelId="{76861257-BD6B-4DB2-8409-82F3381EE550}">
      <dsp:nvSpPr>
        <dsp:cNvPr id="0" name=""/>
        <dsp:cNvSpPr/>
      </dsp:nvSpPr>
      <dsp:spPr>
        <a:xfrm>
          <a:off x="0" y="4417765"/>
          <a:ext cx="8375904" cy="882724"/>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A15BE1-AAB3-417A-8577-0509DE9C8E7B}">
      <dsp:nvSpPr>
        <dsp:cNvPr id="0" name=""/>
        <dsp:cNvSpPr/>
      </dsp:nvSpPr>
      <dsp:spPr>
        <a:xfrm>
          <a:off x="267024" y="4616378"/>
          <a:ext cx="485498" cy="48549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F7CB47-44A6-4D78-B5BD-BF547823F8F2}">
      <dsp:nvSpPr>
        <dsp:cNvPr id="0" name=""/>
        <dsp:cNvSpPr/>
      </dsp:nvSpPr>
      <dsp:spPr>
        <a:xfrm>
          <a:off x="1019546" y="4417765"/>
          <a:ext cx="7356357" cy="882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22" tIns="93422" rIns="93422" bIns="93422" numCol="1" spcCol="1270" anchor="ctr" anchorCtr="0">
          <a:noAutofit/>
        </a:bodyPr>
        <a:lstStyle/>
        <a:p>
          <a:pPr marL="0" lvl="0" indent="0" algn="l" defTabSz="844550">
            <a:lnSpc>
              <a:spcPct val="100000"/>
            </a:lnSpc>
            <a:spcBef>
              <a:spcPct val="0"/>
            </a:spcBef>
            <a:spcAft>
              <a:spcPct val="35000"/>
            </a:spcAft>
            <a:buNone/>
          </a:pPr>
          <a:r>
            <a:rPr lang="en-US" sz="1900" kern="1200"/>
            <a:t>The question is not IF — but how you will participate.</a:t>
          </a:r>
        </a:p>
      </dsp:txBody>
      <dsp:txXfrm>
        <a:off x="1019546" y="4417765"/>
        <a:ext cx="7356357" cy="8827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08640-5D37-4556-9851-E300D8F7B98D}">
      <dsp:nvSpPr>
        <dsp:cNvPr id="0" name=""/>
        <dsp:cNvSpPr/>
      </dsp:nvSpPr>
      <dsp:spPr>
        <a:xfrm>
          <a:off x="0" y="10694"/>
          <a:ext cx="8115320" cy="167075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Artificial Intelligence = systems that learn patterns from data</a:t>
          </a:r>
        </a:p>
      </dsp:txBody>
      <dsp:txXfrm>
        <a:off x="81560" y="92254"/>
        <a:ext cx="7952200" cy="1507639"/>
      </dsp:txXfrm>
    </dsp:sp>
    <dsp:sp modelId="{BEF08101-75B0-457B-83A1-BC4CD5C1F69E}">
      <dsp:nvSpPr>
        <dsp:cNvPr id="0" name=""/>
        <dsp:cNvSpPr/>
      </dsp:nvSpPr>
      <dsp:spPr>
        <a:xfrm>
          <a:off x="0" y="1802414"/>
          <a:ext cx="8115320" cy="1670759"/>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and help make smarter decisions.</a:t>
          </a:r>
        </a:p>
      </dsp:txBody>
      <dsp:txXfrm>
        <a:off x="81560" y="1883974"/>
        <a:ext cx="7952200" cy="1507639"/>
      </dsp:txXfrm>
    </dsp:sp>
    <dsp:sp modelId="{78C539FB-9B5A-4DA9-82F8-ADC4B3BFC15D}">
      <dsp:nvSpPr>
        <dsp:cNvPr id="0" name=""/>
        <dsp:cNvSpPr/>
      </dsp:nvSpPr>
      <dsp:spPr>
        <a:xfrm>
          <a:off x="0" y="3594134"/>
          <a:ext cx="8115320" cy="1670759"/>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Think of AI as a fast learning assistant.</a:t>
          </a:r>
        </a:p>
      </dsp:txBody>
      <dsp:txXfrm>
        <a:off x="81560" y="3675694"/>
        <a:ext cx="7952200" cy="15076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6DA70E-0709-48DB-86B9-8AC26C600D85}">
      <dsp:nvSpPr>
        <dsp:cNvPr id="0" name=""/>
        <dsp:cNvSpPr/>
      </dsp:nvSpPr>
      <dsp:spPr>
        <a:xfrm>
          <a:off x="0" y="62778"/>
          <a:ext cx="4683949" cy="103285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dirty="0"/>
            <a:t>Movie recommendations</a:t>
          </a:r>
          <a:endParaRPr lang="en-US" sz="2600" kern="1200" dirty="0"/>
        </a:p>
      </dsp:txBody>
      <dsp:txXfrm>
        <a:off x="50420" y="113198"/>
        <a:ext cx="4583109" cy="932014"/>
      </dsp:txXfrm>
    </dsp:sp>
    <dsp:sp modelId="{52D3EF7D-B93E-47FF-8348-C58E3B135CD0}">
      <dsp:nvSpPr>
        <dsp:cNvPr id="0" name=""/>
        <dsp:cNvSpPr/>
      </dsp:nvSpPr>
      <dsp:spPr>
        <a:xfrm>
          <a:off x="0" y="1170512"/>
          <a:ext cx="4683949" cy="1032854"/>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dirty="0"/>
            <a:t>Voice assistants</a:t>
          </a:r>
          <a:endParaRPr lang="en-US" sz="2600" kern="1200" dirty="0"/>
        </a:p>
      </dsp:txBody>
      <dsp:txXfrm>
        <a:off x="50420" y="1220932"/>
        <a:ext cx="4583109" cy="932014"/>
      </dsp:txXfrm>
    </dsp:sp>
    <dsp:sp modelId="{3158E927-BE94-4546-B77E-6F0423835E8F}">
      <dsp:nvSpPr>
        <dsp:cNvPr id="0" name=""/>
        <dsp:cNvSpPr/>
      </dsp:nvSpPr>
      <dsp:spPr>
        <a:xfrm>
          <a:off x="0" y="2278246"/>
          <a:ext cx="4683949" cy="1032854"/>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dirty="0"/>
            <a:t>Fraud alerts</a:t>
          </a:r>
          <a:endParaRPr lang="en-US" sz="2600" kern="1200" dirty="0"/>
        </a:p>
      </dsp:txBody>
      <dsp:txXfrm>
        <a:off x="50420" y="2328666"/>
        <a:ext cx="4583109" cy="932014"/>
      </dsp:txXfrm>
    </dsp:sp>
    <dsp:sp modelId="{EE3038B4-EE70-4B06-9606-98C11B7011C0}">
      <dsp:nvSpPr>
        <dsp:cNvPr id="0" name=""/>
        <dsp:cNvSpPr/>
      </dsp:nvSpPr>
      <dsp:spPr>
        <a:xfrm>
          <a:off x="0" y="3385980"/>
          <a:ext cx="4683949" cy="1032854"/>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dirty="0"/>
            <a:t>Smart typing</a:t>
          </a:r>
          <a:endParaRPr lang="en-US" sz="2600" kern="1200" dirty="0"/>
        </a:p>
      </dsp:txBody>
      <dsp:txXfrm>
        <a:off x="50420" y="3436400"/>
        <a:ext cx="4583109" cy="932014"/>
      </dsp:txXfrm>
    </dsp:sp>
    <dsp:sp modelId="{30AFE38A-459E-4B40-9EE7-D86862B745A4}">
      <dsp:nvSpPr>
        <dsp:cNvPr id="0" name=""/>
        <dsp:cNvSpPr/>
      </dsp:nvSpPr>
      <dsp:spPr>
        <a:xfrm>
          <a:off x="0" y="4493714"/>
          <a:ext cx="4683949" cy="1032854"/>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You are already interacting with AI.</a:t>
          </a:r>
          <a:endParaRPr lang="en-US" sz="2600" kern="1200"/>
        </a:p>
      </dsp:txBody>
      <dsp:txXfrm>
        <a:off x="50420" y="4544134"/>
        <a:ext cx="4583109" cy="9320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7DDB39-9C39-4F7C-B9A9-0099FE7B1834}">
      <dsp:nvSpPr>
        <dsp:cNvPr id="0" name=""/>
        <dsp:cNvSpPr/>
      </dsp:nvSpPr>
      <dsp:spPr>
        <a:xfrm>
          <a:off x="0" y="0"/>
          <a:ext cx="6072759" cy="78324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dirty="0"/>
            <a:t>AI project coordination</a:t>
          </a:r>
          <a:endParaRPr lang="en-US" sz="3400" kern="1200" dirty="0"/>
        </a:p>
      </dsp:txBody>
      <dsp:txXfrm>
        <a:off x="22940" y="22940"/>
        <a:ext cx="5135942" cy="737360"/>
      </dsp:txXfrm>
    </dsp:sp>
    <dsp:sp modelId="{0ACD57B1-E135-44CE-82AC-DFA80DCA8244}">
      <dsp:nvSpPr>
        <dsp:cNvPr id="0" name=""/>
        <dsp:cNvSpPr/>
      </dsp:nvSpPr>
      <dsp:spPr>
        <a:xfrm>
          <a:off x="453485" y="892024"/>
          <a:ext cx="6072759" cy="78324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dirty="0"/>
            <a:t>Data annotation</a:t>
          </a:r>
          <a:endParaRPr lang="en-US" sz="3400" kern="1200" dirty="0"/>
        </a:p>
      </dsp:txBody>
      <dsp:txXfrm>
        <a:off x="476425" y="914964"/>
        <a:ext cx="5064287" cy="737360"/>
      </dsp:txXfrm>
    </dsp:sp>
    <dsp:sp modelId="{20C4CBC3-D17B-4CFC-AB1E-149E93601E67}">
      <dsp:nvSpPr>
        <dsp:cNvPr id="0" name=""/>
        <dsp:cNvSpPr/>
      </dsp:nvSpPr>
      <dsp:spPr>
        <a:xfrm>
          <a:off x="906970" y="1784048"/>
          <a:ext cx="6072759" cy="78324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dirty="0"/>
            <a:t>Prompt engineering</a:t>
          </a:r>
          <a:endParaRPr lang="en-US" sz="3400" kern="1200" dirty="0"/>
        </a:p>
      </dsp:txBody>
      <dsp:txXfrm>
        <a:off x="929910" y="1806988"/>
        <a:ext cx="5064287" cy="737360"/>
      </dsp:txXfrm>
    </dsp:sp>
    <dsp:sp modelId="{DAEB8401-7B9D-418B-8929-45A55D2F9EF2}">
      <dsp:nvSpPr>
        <dsp:cNvPr id="0" name=""/>
        <dsp:cNvSpPr/>
      </dsp:nvSpPr>
      <dsp:spPr>
        <a:xfrm>
          <a:off x="1360455" y="2676072"/>
          <a:ext cx="6072759" cy="78324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dirty="0"/>
            <a:t>AI product testing</a:t>
          </a:r>
          <a:endParaRPr lang="en-US" sz="3400" kern="1200" dirty="0"/>
        </a:p>
      </dsp:txBody>
      <dsp:txXfrm>
        <a:off x="1383395" y="2699012"/>
        <a:ext cx="5064287" cy="737360"/>
      </dsp:txXfrm>
    </dsp:sp>
    <dsp:sp modelId="{D081E59C-3330-42B5-BD1D-F59F4509741D}">
      <dsp:nvSpPr>
        <dsp:cNvPr id="0" name=""/>
        <dsp:cNvSpPr/>
      </dsp:nvSpPr>
      <dsp:spPr>
        <a:xfrm>
          <a:off x="1813940" y="3568097"/>
          <a:ext cx="6072759" cy="783240"/>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dirty="0"/>
            <a:t>Digital analysis</a:t>
          </a:r>
          <a:endParaRPr lang="en-US" sz="3400" kern="1200" dirty="0"/>
        </a:p>
      </dsp:txBody>
      <dsp:txXfrm>
        <a:off x="1836880" y="3591037"/>
        <a:ext cx="5064287" cy="737360"/>
      </dsp:txXfrm>
    </dsp:sp>
    <dsp:sp modelId="{32C18FEA-5235-4311-A7A0-740531BFAEEC}">
      <dsp:nvSpPr>
        <dsp:cNvPr id="0" name=""/>
        <dsp:cNvSpPr/>
      </dsp:nvSpPr>
      <dsp:spPr>
        <a:xfrm>
          <a:off x="5563652" y="572200"/>
          <a:ext cx="509106" cy="509106"/>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5678201" y="572200"/>
        <a:ext cx="280008" cy="383102"/>
      </dsp:txXfrm>
    </dsp:sp>
    <dsp:sp modelId="{4FB39AAA-D9C5-4FDA-BEC1-638513AA0850}">
      <dsp:nvSpPr>
        <dsp:cNvPr id="0" name=""/>
        <dsp:cNvSpPr/>
      </dsp:nvSpPr>
      <dsp:spPr>
        <a:xfrm>
          <a:off x="6017137" y="1464225"/>
          <a:ext cx="509106" cy="509106"/>
        </a:xfrm>
        <a:prstGeom prst="downArrow">
          <a:avLst>
            <a:gd name="adj1" fmla="val 55000"/>
            <a:gd name="adj2" fmla="val 45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6131686" y="1464225"/>
        <a:ext cx="280008" cy="383102"/>
      </dsp:txXfrm>
    </dsp:sp>
    <dsp:sp modelId="{AEE57793-8384-4E1A-8B14-7D0153C1D56E}">
      <dsp:nvSpPr>
        <dsp:cNvPr id="0" name=""/>
        <dsp:cNvSpPr/>
      </dsp:nvSpPr>
      <dsp:spPr>
        <a:xfrm>
          <a:off x="6470622" y="2343195"/>
          <a:ext cx="509106" cy="509106"/>
        </a:xfrm>
        <a:prstGeom prst="downArrow">
          <a:avLst>
            <a:gd name="adj1" fmla="val 55000"/>
            <a:gd name="adj2" fmla="val 45000"/>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6585171" y="2343195"/>
        <a:ext cx="280008" cy="383102"/>
      </dsp:txXfrm>
    </dsp:sp>
    <dsp:sp modelId="{25111C6C-489E-4226-9A5E-C0C167AD7DBB}">
      <dsp:nvSpPr>
        <dsp:cNvPr id="0" name=""/>
        <dsp:cNvSpPr/>
      </dsp:nvSpPr>
      <dsp:spPr>
        <a:xfrm>
          <a:off x="6924108" y="3243922"/>
          <a:ext cx="509106" cy="509106"/>
        </a:xfrm>
        <a:prstGeom prst="downArrow">
          <a:avLst>
            <a:gd name="adj1" fmla="val 55000"/>
            <a:gd name="adj2" fmla="val 45000"/>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7038657" y="3243922"/>
        <a:ext cx="280008" cy="3831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CA06F-BD18-4005-A206-6D4FC43E0C6A}">
      <dsp:nvSpPr>
        <dsp:cNvPr id="0" name=""/>
        <dsp:cNvSpPr/>
      </dsp:nvSpPr>
      <dsp:spPr>
        <a:xfrm>
          <a:off x="0" y="0"/>
          <a:ext cx="4838844" cy="116037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dirty="0"/>
            <a:t>Day 1: Create an AI account</a:t>
          </a:r>
        </a:p>
      </dsp:txBody>
      <dsp:txXfrm>
        <a:off x="33986" y="33986"/>
        <a:ext cx="3450947" cy="1092401"/>
      </dsp:txXfrm>
    </dsp:sp>
    <dsp:sp modelId="{CBC0EEE0-867A-4AF7-9855-AD77B6586CFF}">
      <dsp:nvSpPr>
        <dsp:cNvPr id="0" name=""/>
        <dsp:cNvSpPr/>
      </dsp:nvSpPr>
      <dsp:spPr>
        <a:xfrm>
          <a:off x="361342" y="1321536"/>
          <a:ext cx="4838844" cy="1160373"/>
        </a:xfrm>
        <a:prstGeom prst="roundRect">
          <a:avLst>
            <a:gd name="adj" fmla="val 10000"/>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Day 2: Try one task</a:t>
          </a:r>
          <a:endParaRPr lang="en-GB" sz="3000" kern="1200" dirty="0"/>
        </a:p>
      </dsp:txBody>
      <dsp:txXfrm>
        <a:off x="395328" y="1355522"/>
        <a:ext cx="3655287" cy="1092401"/>
      </dsp:txXfrm>
    </dsp:sp>
    <dsp:sp modelId="{723C7DFC-AF5B-4035-8B52-8D7DD6FF8060}">
      <dsp:nvSpPr>
        <dsp:cNvPr id="0" name=""/>
        <dsp:cNvSpPr/>
      </dsp:nvSpPr>
      <dsp:spPr>
        <a:xfrm>
          <a:off x="722684" y="2643073"/>
          <a:ext cx="4838844" cy="1160373"/>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Day 3: Improve prompts</a:t>
          </a:r>
          <a:endParaRPr lang="en-GB" sz="3000" kern="1200" dirty="0"/>
        </a:p>
      </dsp:txBody>
      <dsp:txXfrm>
        <a:off x="756670" y="2677059"/>
        <a:ext cx="3655287" cy="1092401"/>
      </dsp:txXfrm>
    </dsp:sp>
    <dsp:sp modelId="{3ED7C37C-4BD2-48C3-A103-A69F83179CB9}">
      <dsp:nvSpPr>
        <dsp:cNvPr id="0" name=""/>
        <dsp:cNvSpPr/>
      </dsp:nvSpPr>
      <dsp:spPr>
        <a:xfrm>
          <a:off x="1084026" y="3964609"/>
          <a:ext cx="4838844" cy="1160373"/>
        </a:xfrm>
        <a:prstGeom prst="roundRect">
          <a:avLst>
            <a:gd name="adj" fmla="val 10000"/>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Day 4: Apply to work</a:t>
          </a:r>
          <a:endParaRPr lang="en-GB" sz="3000" kern="1200" dirty="0"/>
        </a:p>
      </dsp:txBody>
      <dsp:txXfrm>
        <a:off x="1118012" y="3998595"/>
        <a:ext cx="3655287" cy="1092401"/>
      </dsp:txXfrm>
    </dsp:sp>
    <dsp:sp modelId="{A714081A-68AA-4456-857D-247C86365768}">
      <dsp:nvSpPr>
        <dsp:cNvPr id="0" name=""/>
        <dsp:cNvSpPr/>
      </dsp:nvSpPr>
      <dsp:spPr>
        <a:xfrm>
          <a:off x="1445369" y="5286146"/>
          <a:ext cx="4838844" cy="1160373"/>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Day 5‑7: Practice and explore</a:t>
          </a:r>
          <a:endParaRPr lang="en-GB" sz="3000" kern="1200" dirty="0"/>
        </a:p>
      </dsp:txBody>
      <dsp:txXfrm>
        <a:off x="1479355" y="5320132"/>
        <a:ext cx="3655287" cy="1092401"/>
      </dsp:txXfrm>
    </dsp:sp>
    <dsp:sp modelId="{C61F44E2-494C-4303-A813-D3791977A387}">
      <dsp:nvSpPr>
        <dsp:cNvPr id="0" name=""/>
        <dsp:cNvSpPr/>
      </dsp:nvSpPr>
      <dsp:spPr>
        <a:xfrm>
          <a:off x="4084601" y="847717"/>
          <a:ext cx="754242" cy="754242"/>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GB" sz="3400" kern="1200"/>
        </a:p>
      </dsp:txBody>
      <dsp:txXfrm>
        <a:off x="4254305" y="847717"/>
        <a:ext cx="414834" cy="567567"/>
      </dsp:txXfrm>
    </dsp:sp>
    <dsp:sp modelId="{2CD18BC7-F161-4EF8-87B0-C63F4646EC54}">
      <dsp:nvSpPr>
        <dsp:cNvPr id="0" name=""/>
        <dsp:cNvSpPr/>
      </dsp:nvSpPr>
      <dsp:spPr>
        <a:xfrm>
          <a:off x="4445944" y="2169253"/>
          <a:ext cx="754242" cy="754242"/>
        </a:xfrm>
        <a:prstGeom prst="downArrow">
          <a:avLst>
            <a:gd name="adj1" fmla="val 55000"/>
            <a:gd name="adj2" fmla="val 45000"/>
          </a:avLst>
        </a:prstGeom>
        <a:solidFill>
          <a:schemeClr val="accent2">
            <a:tint val="40000"/>
            <a:alpha val="90000"/>
            <a:hueOff val="1675274"/>
            <a:satOff val="-1459"/>
            <a:lumOff val="-2"/>
            <a:alphaOff val="0"/>
          </a:schemeClr>
        </a:solidFill>
        <a:ln w="25400" cap="flat" cmpd="sng" algn="ctr">
          <a:solidFill>
            <a:schemeClr val="accent2">
              <a:tint val="40000"/>
              <a:alpha val="90000"/>
              <a:hueOff val="1675274"/>
              <a:satOff val="-1459"/>
              <a:lumOff val="-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GB" sz="3400" kern="1200"/>
        </a:p>
      </dsp:txBody>
      <dsp:txXfrm>
        <a:off x="4615648" y="2169253"/>
        <a:ext cx="414834" cy="567567"/>
      </dsp:txXfrm>
    </dsp:sp>
    <dsp:sp modelId="{CD99946B-3DDC-4DC0-8DE4-75B48D8DD139}">
      <dsp:nvSpPr>
        <dsp:cNvPr id="0" name=""/>
        <dsp:cNvSpPr/>
      </dsp:nvSpPr>
      <dsp:spPr>
        <a:xfrm>
          <a:off x="4807286" y="3471451"/>
          <a:ext cx="754242" cy="754242"/>
        </a:xfrm>
        <a:prstGeom prst="downArrow">
          <a:avLst>
            <a:gd name="adj1" fmla="val 55000"/>
            <a:gd name="adj2" fmla="val 45000"/>
          </a:avLst>
        </a:prstGeom>
        <a:solidFill>
          <a:schemeClr val="accent2">
            <a:tint val="40000"/>
            <a:alpha val="90000"/>
            <a:hueOff val="3350547"/>
            <a:satOff val="-2919"/>
            <a:lumOff val="-4"/>
            <a:alphaOff val="0"/>
          </a:schemeClr>
        </a:solidFill>
        <a:ln w="25400" cap="flat" cmpd="sng" algn="ctr">
          <a:solidFill>
            <a:schemeClr val="accent2">
              <a:tint val="40000"/>
              <a:alpha val="90000"/>
              <a:hueOff val="3350547"/>
              <a:satOff val="-2919"/>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GB" sz="3400" kern="1200"/>
        </a:p>
      </dsp:txBody>
      <dsp:txXfrm>
        <a:off x="4976990" y="3471451"/>
        <a:ext cx="414834" cy="567567"/>
      </dsp:txXfrm>
    </dsp:sp>
    <dsp:sp modelId="{704DC230-797A-4171-94DA-F5443D83307D}">
      <dsp:nvSpPr>
        <dsp:cNvPr id="0" name=""/>
        <dsp:cNvSpPr/>
      </dsp:nvSpPr>
      <dsp:spPr>
        <a:xfrm>
          <a:off x="5168628" y="4805880"/>
          <a:ext cx="754242" cy="754242"/>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GB" sz="3400" kern="1200"/>
        </a:p>
      </dsp:txBody>
      <dsp:txXfrm>
        <a:off x="5338332" y="4805880"/>
        <a:ext cx="414834" cy="56756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DB7037-044F-3E47-9616-999CF9C0F76C}" type="datetimeFigureOut">
              <a:rPr lang="" smtClean="0"/>
              <a:t>03/10/2026</a:t>
            </a:fld>
            <a:endParaRPr lan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80C655-EE90-B24A-8734-DCD58EC1F4A4}" type="slidenum">
              <a:rPr lang="" smtClean="0"/>
              <a:t>‹#›</a:t>
            </a:fld>
            <a:endParaRPr lang=""/>
          </a:p>
        </p:txBody>
      </p:sp>
    </p:spTree>
    <p:extLst>
      <p:ext uri="{BB962C8B-B14F-4D97-AF65-F5344CB8AC3E}">
        <p14:creationId xmlns:p14="http://schemas.microsoft.com/office/powerpoint/2010/main" val="3421957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dirty="0"/>
              <a:t>Hello everyone! I am so thrilled to be here at the AI For HER Summit. Looking at the theme of 'Learn, Build, Earn,' I wanted to start by acknowledging something: tech can feel like a closed door when you’ve been away, or if you've never coded. Today, we’re opening that door. I’m not here to talk to you as a professor of algorithms, but as a partner in your next career chapter."</a:t>
            </a:r>
          </a:p>
          <a:p>
            <a:pPr marL="0" marR="0" lvl="0" indent="0" algn="l" defTabSz="914400" rtl="0" eaLnBrk="1" fontAlgn="auto" latinLnBrk="0" hangingPunct="1">
              <a:lnSpc>
                <a:spcPct val="100000"/>
              </a:lnSpc>
              <a:spcBef>
                <a:spcPts val="0"/>
              </a:spcBef>
              <a:spcAft>
                <a:spcPts val="0"/>
              </a:spcAft>
              <a:buClrTx/>
              <a:buSzTx/>
              <a:buFontTx/>
              <a:buNone/>
              <a:tabLst/>
              <a:defRPr/>
            </a:pPr>
            <a:r>
              <a:rPr lang="" dirty="0"/>
              <a:t>Hello everyone! I am so thrilled to be here at the AI For HER Summit. Looking at the theme of 'Learn, Build, Earn,' I wanted to start by acknowledging something: tech can feel like a closed door when you’ve been away, or if you've never coded. Today, we’re opening that door. I’m not here to talk to you as a professor of algorithms, but as a partner in your next career chapter."</a:t>
            </a:r>
          </a:p>
          <a:p>
            <a:endParaRPr lang="" dirty="0"/>
          </a:p>
        </p:txBody>
      </p:sp>
      <p:sp>
        <p:nvSpPr>
          <p:cNvPr id="4" name="Slide Number Placeholder 3"/>
          <p:cNvSpPr>
            <a:spLocks noGrp="1"/>
          </p:cNvSpPr>
          <p:nvPr>
            <p:ph type="sldNum" sz="quarter" idx="5"/>
          </p:nvPr>
        </p:nvSpPr>
        <p:spPr/>
        <p:txBody>
          <a:bodyPr/>
          <a:lstStyle/>
          <a:p>
            <a:fld id="{2680C655-EE90-B24A-8734-DCD58EC1F4A4}" type="slidenum">
              <a:rPr lang="" smtClean="0"/>
              <a:t>1</a:t>
            </a:fld>
            <a:endParaRPr lang=""/>
          </a:p>
        </p:txBody>
      </p:sp>
    </p:spTree>
    <p:extLst>
      <p:ext uri="{BB962C8B-B14F-4D97-AF65-F5344CB8AC3E}">
        <p14:creationId xmlns:p14="http://schemas.microsoft.com/office/powerpoint/2010/main" val="2835336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dirty="0"/>
              <a:t>People often think they need to understand the 'engine' of AI—the math and the code—to use it. But think about your car. You don't need to know how the fuel injection works to drive your kids to school or get to an interview. AI is the same. It is a vehicle designed to take you where you want to go. My job is to give you the keys."</a:t>
            </a:r>
          </a:p>
          <a:p>
            <a:endParaRPr lang="" dirty="0"/>
          </a:p>
        </p:txBody>
      </p:sp>
      <p:sp>
        <p:nvSpPr>
          <p:cNvPr id="4" name="Slide Number Placeholder 3"/>
          <p:cNvSpPr>
            <a:spLocks noGrp="1"/>
          </p:cNvSpPr>
          <p:nvPr>
            <p:ph type="sldNum" sz="quarter" idx="5"/>
          </p:nvPr>
        </p:nvSpPr>
        <p:spPr/>
        <p:txBody>
          <a:bodyPr/>
          <a:lstStyle/>
          <a:p>
            <a:fld id="{2680C655-EE90-B24A-8734-DCD58EC1F4A4}" type="slidenum">
              <a:rPr lang="" smtClean="0"/>
              <a:t>5</a:t>
            </a:fld>
            <a:endParaRPr lang=""/>
          </a:p>
        </p:txBody>
      </p:sp>
    </p:spTree>
    <p:extLst>
      <p:ext uri="{BB962C8B-B14F-4D97-AF65-F5344CB8AC3E}">
        <p14:creationId xmlns:p14="http://schemas.microsoft.com/office/powerpoint/2010/main" val="748900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dirty="0"/>
              <a:t>The flyers for this summit mentioned mothers rebuilding clarity and women on career breaks. I know that 'gap' on a CV can feel like a mountain. But AI is the ultimate equalizer. It can help you catch up on industry trends in minutes, draft professional correspondence that sounds like you never left, and automate the tasks that used to take hours. We aren't just returning; we are leapfrogging."</a:t>
            </a:r>
          </a:p>
          <a:p>
            <a:endParaRPr lang="" dirty="0"/>
          </a:p>
        </p:txBody>
      </p:sp>
      <p:sp>
        <p:nvSpPr>
          <p:cNvPr id="4" name="Slide Number Placeholder 3"/>
          <p:cNvSpPr>
            <a:spLocks noGrp="1"/>
          </p:cNvSpPr>
          <p:nvPr>
            <p:ph type="sldNum" sz="quarter" idx="5"/>
          </p:nvPr>
        </p:nvSpPr>
        <p:spPr/>
        <p:txBody>
          <a:bodyPr/>
          <a:lstStyle/>
          <a:p>
            <a:fld id="{2680C655-EE90-B24A-8734-DCD58EC1F4A4}" type="slidenum">
              <a:rPr lang="" smtClean="0"/>
              <a:t>6</a:t>
            </a:fld>
            <a:endParaRPr lang=""/>
          </a:p>
        </p:txBody>
      </p:sp>
    </p:spTree>
    <p:extLst>
      <p:ext uri="{BB962C8B-B14F-4D97-AF65-F5344CB8AC3E}">
        <p14:creationId xmlns:p14="http://schemas.microsoft.com/office/powerpoint/2010/main" val="1963218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a:t>Let’s look at your new team. You don't need to hire an assistant. Claude or Gemini can draft your business plan. Canva can design your brand. Otter handles the notes while you focus on the conversation. And Perplexity replaces hours of Googling with instant, cited answers. These aren't just 'apps'; they are your new department heads."</a:t>
            </a:r>
          </a:p>
          <a:p>
            <a:endParaRPr lang=""/>
          </a:p>
        </p:txBody>
      </p:sp>
      <p:sp>
        <p:nvSpPr>
          <p:cNvPr id="4" name="Slide Number Placeholder 3"/>
          <p:cNvSpPr>
            <a:spLocks noGrp="1"/>
          </p:cNvSpPr>
          <p:nvPr>
            <p:ph type="sldNum" sz="quarter" idx="5"/>
          </p:nvPr>
        </p:nvSpPr>
        <p:spPr/>
        <p:txBody>
          <a:bodyPr/>
          <a:lstStyle/>
          <a:p>
            <a:fld id="{2680C655-EE90-B24A-8734-DCD58EC1F4A4}" type="slidenum">
              <a:rPr lang="" smtClean="0"/>
              <a:t>11</a:t>
            </a:fld>
            <a:endParaRPr lang=""/>
          </a:p>
        </p:txBody>
      </p:sp>
    </p:spTree>
    <p:extLst>
      <p:ext uri="{BB962C8B-B14F-4D97-AF65-F5344CB8AC3E}">
        <p14:creationId xmlns:p14="http://schemas.microsoft.com/office/powerpoint/2010/main" val="3415329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dirty="0"/>
              <a:t>In 2026, we talk about 'Vibe Coding.' It sounds fancy, but it just means your </a:t>
            </a:r>
            <a:r>
              <a:rPr lang="" i="1" dirty="0"/>
              <a:t>vision</a:t>
            </a:r>
            <a:r>
              <a:rPr lang="" dirty="0"/>
              <a:t> matters more than your </a:t>
            </a:r>
            <a:r>
              <a:rPr lang="" i="1" dirty="0"/>
              <a:t>vocabulary</a:t>
            </a:r>
            <a:r>
              <a:rPr lang="" dirty="0"/>
              <a:t>. If you can describe what you want—a flyer for a new bakery, a syllabus for a class, a budget for a project—the AI can build the first draft. The 'vibe' is yours; the AI just does the heavy lifting."</a:t>
            </a:r>
          </a:p>
          <a:p>
            <a:endParaRPr lang="" dirty="0"/>
          </a:p>
        </p:txBody>
      </p:sp>
      <p:sp>
        <p:nvSpPr>
          <p:cNvPr id="4" name="Slide Number Placeholder 3"/>
          <p:cNvSpPr>
            <a:spLocks noGrp="1"/>
          </p:cNvSpPr>
          <p:nvPr>
            <p:ph type="sldNum" sz="quarter" idx="5"/>
          </p:nvPr>
        </p:nvSpPr>
        <p:spPr/>
        <p:txBody>
          <a:bodyPr/>
          <a:lstStyle/>
          <a:p>
            <a:fld id="{2680C655-EE90-B24A-8734-DCD58EC1F4A4}" type="slidenum">
              <a:rPr lang="" smtClean="0"/>
              <a:t>12</a:t>
            </a:fld>
            <a:endParaRPr lang=""/>
          </a:p>
        </p:txBody>
      </p:sp>
    </p:spTree>
    <p:extLst>
      <p:ext uri="{BB962C8B-B14F-4D97-AF65-F5344CB8AC3E}">
        <p14:creationId xmlns:p14="http://schemas.microsoft.com/office/powerpoint/2010/main" val="2302004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dirty="0"/>
              <a:t>Don't wait until you feel 'ready.' Use this prompt tomorrow morning. Let the AI analyze the market for you. This is how you move from curious to capable—one conversation at a time.</a:t>
            </a:r>
          </a:p>
          <a:p>
            <a:endParaRPr lang="" dirty="0"/>
          </a:p>
        </p:txBody>
      </p:sp>
      <p:sp>
        <p:nvSpPr>
          <p:cNvPr id="4" name="Slide Number Placeholder 3"/>
          <p:cNvSpPr>
            <a:spLocks noGrp="1"/>
          </p:cNvSpPr>
          <p:nvPr>
            <p:ph type="sldNum" sz="quarter" idx="5"/>
          </p:nvPr>
        </p:nvSpPr>
        <p:spPr/>
        <p:txBody>
          <a:bodyPr/>
          <a:lstStyle/>
          <a:p>
            <a:fld id="{2680C655-EE90-B24A-8734-DCD58EC1F4A4}" type="slidenum">
              <a:rPr lang="" smtClean="0"/>
              <a:t>13</a:t>
            </a:fld>
            <a:endParaRPr lang=""/>
          </a:p>
        </p:txBody>
      </p:sp>
    </p:spTree>
    <p:extLst>
      <p:ext uri="{BB962C8B-B14F-4D97-AF65-F5344CB8AC3E}">
        <p14:creationId xmlns:p14="http://schemas.microsoft.com/office/powerpoint/2010/main" val="1306554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dirty="0"/>
              <a:t>Finally, remember this: The world of AI is still being built. If mothers and non-tech women aren't in the room using it, the technology won't work for us. Your perspective is your superpower. Let's build, let's learn, and most importantly—let's earn. Thank you."</a:t>
            </a:r>
          </a:p>
          <a:p>
            <a:endParaRPr lang="" dirty="0"/>
          </a:p>
        </p:txBody>
      </p:sp>
      <p:sp>
        <p:nvSpPr>
          <p:cNvPr id="4" name="Slide Number Placeholder 3"/>
          <p:cNvSpPr>
            <a:spLocks noGrp="1"/>
          </p:cNvSpPr>
          <p:nvPr>
            <p:ph type="sldNum" sz="quarter" idx="5"/>
          </p:nvPr>
        </p:nvSpPr>
        <p:spPr/>
        <p:txBody>
          <a:bodyPr/>
          <a:lstStyle/>
          <a:p>
            <a:fld id="{2680C655-EE90-B24A-8734-DCD58EC1F4A4}" type="slidenum">
              <a:rPr lang="" smtClean="0"/>
              <a:t>16</a:t>
            </a:fld>
            <a:endParaRPr lang=""/>
          </a:p>
        </p:txBody>
      </p:sp>
    </p:spTree>
    <p:extLst>
      <p:ext uri="{BB962C8B-B14F-4D97-AF65-F5344CB8AC3E}">
        <p14:creationId xmlns:p14="http://schemas.microsoft.com/office/powerpoint/2010/main" val="180152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2.jpe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B1FFEEA-A53C-C753-B77F-CB520A398C93}"/>
              </a:ext>
            </a:extLst>
          </p:cNvPr>
          <p:cNvPicPr>
            <a:picLocks noChangeAspect="1"/>
          </p:cNvPicPr>
          <p:nvPr/>
        </p:nvPicPr>
        <p:blipFill>
          <a:blip r:embed="rId3"/>
          <a:srcRect r="-1" b="2592"/>
          <a:stretch>
            <a:fillRect/>
          </a:stretch>
        </p:blipFill>
        <p:spPr>
          <a:xfrm>
            <a:off x="648855" y="871147"/>
            <a:ext cx="7866495" cy="5114714"/>
          </a:xfrm>
          <a:prstGeom prst="rect">
            <a:avLst/>
          </a:prstGeom>
        </p:spPr>
      </p:pic>
      <p:cxnSp>
        <p:nvCxnSpPr>
          <p:cNvPr id="18" name="Straight Connector 17">
            <a:extLst>
              <a:ext uri="{FF2B5EF4-FFF2-40B4-BE49-F238E27FC236}">
                <a16:creationId xmlns:a16="http://schemas.microsoft.com/office/drawing/2014/main" id="{1D2C85F1-A25E-ACF0-F435-AF8D6EFBD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501688" y="871147"/>
            <a:ext cx="0" cy="5114714"/>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B853-D052-E46F-95D9-33A4E0D6E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291F3-2AF5-F0B4-F04C-FEC6EB01B7A1}"/>
              </a:ext>
            </a:extLst>
          </p:cNvPr>
          <p:cNvSpPr>
            <a:spLocks noGrp="1"/>
          </p:cNvSpPr>
          <p:nvPr>
            <p:ph type="title"/>
          </p:nvPr>
        </p:nvSpPr>
        <p:spPr/>
        <p:txBody>
          <a:bodyPr>
            <a:normAutofit fontScale="90000"/>
          </a:bodyPr>
          <a:lstStyle/>
          <a:p>
            <a:r>
              <a:rPr lang="en-GB"/>
              <a:t>The Moment We Are In</a:t>
            </a:r>
            <a:br>
              <a:rPr lang="en-GB"/>
            </a:br>
            <a:endParaRPr lang="en-GB" dirty="0"/>
          </a:p>
        </p:txBody>
      </p:sp>
      <p:graphicFrame>
        <p:nvGraphicFramePr>
          <p:cNvPr id="7" name="TextBox 4">
            <a:extLst>
              <a:ext uri="{FF2B5EF4-FFF2-40B4-BE49-F238E27FC236}">
                <a16:creationId xmlns:a16="http://schemas.microsoft.com/office/drawing/2014/main" id="{6A42680A-C685-039D-FDDB-71938378C9F4}"/>
              </a:ext>
            </a:extLst>
          </p:cNvPr>
          <p:cNvGraphicFramePr/>
          <p:nvPr>
            <p:extLst>
              <p:ext uri="{D42A27DB-BD31-4B8C-83A1-F6EECF244321}">
                <p14:modId xmlns:p14="http://schemas.microsoft.com/office/powerpoint/2010/main" val="2070907939"/>
              </p:ext>
            </p:extLst>
          </p:nvPr>
        </p:nvGraphicFramePr>
        <p:xfrm>
          <a:off x="146304" y="1059590"/>
          <a:ext cx="8375904" cy="5304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6110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30D930F-8EF4-D3D5-E0C3-641D4590F40E}"/>
              </a:ext>
            </a:extLst>
          </p:cNvPr>
          <p:cNvPicPr>
            <a:picLocks noChangeAspect="1"/>
          </p:cNvPicPr>
          <p:nvPr/>
        </p:nvPicPr>
        <p:blipFill>
          <a:blip r:embed="rId2">
            <a:duotone>
              <a:schemeClr val="bg2">
                <a:shade val="45000"/>
                <a:satMod val="135000"/>
              </a:schemeClr>
              <a:prstClr val="white"/>
            </a:duotone>
          </a:blip>
          <a:srcRect t="13043"/>
          <a:stretch>
            <a:fillRect/>
          </a:stretch>
        </p:blipFill>
        <p:spPr>
          <a:xfrm>
            <a:off x="20" y="10"/>
            <a:ext cx="9143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016C06-931E-61F7-99C2-6E01D63AA8CE}"/>
              </a:ext>
            </a:extLst>
          </p:cNvPr>
          <p:cNvSpPr>
            <a:spLocks noGrp="1"/>
          </p:cNvSpPr>
          <p:nvPr>
            <p:ph type="title"/>
          </p:nvPr>
        </p:nvSpPr>
        <p:spPr>
          <a:xfrm>
            <a:off x="774954" y="27846"/>
            <a:ext cx="7886700" cy="1325563"/>
          </a:xfrm>
        </p:spPr>
        <p:txBody>
          <a:bodyPr vert="horz" lIns="91440" tIns="45720" rIns="91440" bIns="45720" rtlCol="0" anchor="ctr">
            <a:normAutofit/>
          </a:bodyPr>
          <a:lstStyle/>
          <a:p>
            <a:pPr algn="l" defTabSz="914400">
              <a:lnSpc>
                <a:spcPct val="90000"/>
              </a:lnSpc>
            </a:pPr>
            <a:r>
              <a:rPr lang="en-US"/>
              <a:t>What is Artificial Intelligence</a:t>
            </a:r>
            <a:endParaRPr lang="en-US" dirty="0"/>
          </a:p>
        </p:txBody>
      </p:sp>
      <p:graphicFrame>
        <p:nvGraphicFramePr>
          <p:cNvPr id="8" name="TextBox 5">
            <a:extLst>
              <a:ext uri="{FF2B5EF4-FFF2-40B4-BE49-F238E27FC236}">
                <a16:creationId xmlns:a16="http://schemas.microsoft.com/office/drawing/2014/main" id="{B24F3405-8982-E658-8DC8-437805CD53B4}"/>
              </a:ext>
            </a:extLst>
          </p:cNvPr>
          <p:cNvGraphicFramePr/>
          <p:nvPr>
            <p:extLst>
              <p:ext uri="{D42A27DB-BD31-4B8C-83A1-F6EECF244321}">
                <p14:modId xmlns:p14="http://schemas.microsoft.com/office/powerpoint/2010/main" val="1398734157"/>
              </p:ext>
            </p:extLst>
          </p:nvPr>
        </p:nvGraphicFramePr>
        <p:xfrm>
          <a:off x="400030" y="1381244"/>
          <a:ext cx="8115320" cy="5275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9352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224A034-1724-11B3-7749-CF06259C8055}"/>
              </a:ext>
            </a:extLst>
          </p:cNvPr>
          <p:cNvSpPr>
            <a:spLocks noGrp="1"/>
          </p:cNvSpPr>
          <p:nvPr>
            <p:ph type="title"/>
          </p:nvPr>
        </p:nvSpPr>
        <p:spPr>
          <a:xfrm>
            <a:off x="359545" y="1070800"/>
            <a:ext cx="2954766" cy="5583126"/>
          </a:xfrm>
        </p:spPr>
        <p:txBody>
          <a:bodyPr vert="horz" lIns="91440" tIns="45720" rIns="91440" bIns="45720" rtlCol="0" anchor="ctr">
            <a:normAutofit/>
          </a:bodyPr>
          <a:lstStyle/>
          <a:p>
            <a:pPr algn="r" defTabSz="914400">
              <a:lnSpc>
                <a:spcPct val="90000"/>
              </a:lnSpc>
            </a:pPr>
            <a:r>
              <a:rPr lang="en-US" sz="7000" kern="1200">
                <a:solidFill>
                  <a:schemeClr val="tx1"/>
                </a:solidFill>
                <a:latin typeface="+mj-lt"/>
                <a:ea typeface="+mj-ea"/>
                <a:cs typeface="+mj-cs"/>
              </a:rPr>
              <a:t>You Already Use AI</a:t>
            </a:r>
            <a:br>
              <a:rPr lang="en-US" sz="7000" kern="1200">
                <a:solidFill>
                  <a:schemeClr val="tx1"/>
                </a:solidFill>
                <a:latin typeface="+mj-lt"/>
                <a:ea typeface="+mj-ea"/>
                <a:cs typeface="+mj-cs"/>
              </a:rPr>
            </a:br>
            <a:endParaRPr lang="en-US" sz="7000" kern="1200">
              <a:solidFill>
                <a:schemeClr val="tx1"/>
              </a:solidFill>
              <a:latin typeface="+mj-lt"/>
              <a:ea typeface="+mj-ea"/>
              <a:cs typeface="+mj-cs"/>
            </a:endParaRP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TextBox 4">
            <a:extLst>
              <a:ext uri="{FF2B5EF4-FFF2-40B4-BE49-F238E27FC236}">
                <a16:creationId xmlns:a16="http://schemas.microsoft.com/office/drawing/2014/main" id="{B32773E2-48FD-BC57-FAB2-374FF02DB155}"/>
              </a:ext>
            </a:extLst>
          </p:cNvPr>
          <p:cNvGraphicFramePr/>
          <p:nvPr>
            <p:extLst>
              <p:ext uri="{D42A27DB-BD31-4B8C-83A1-F6EECF244321}">
                <p14:modId xmlns:p14="http://schemas.microsoft.com/office/powerpoint/2010/main" val="3783332844"/>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0393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'Mechanic' Analogy</a:t>
            </a:r>
          </a:p>
        </p:txBody>
      </p:sp>
      <p:pic>
        <p:nvPicPr>
          <p:cNvPr id="6" name="Picture 5">
            <a:extLst>
              <a:ext uri="{FF2B5EF4-FFF2-40B4-BE49-F238E27FC236}">
                <a16:creationId xmlns:a16="http://schemas.microsoft.com/office/drawing/2014/main" id="{47D0B52D-ED91-7348-0619-0152BDDFAAA1}"/>
              </a:ext>
            </a:extLst>
          </p:cNvPr>
          <p:cNvPicPr>
            <a:picLocks noChangeAspect="1"/>
          </p:cNvPicPr>
          <p:nvPr/>
        </p:nvPicPr>
        <p:blipFill>
          <a:blip r:embed="rId3"/>
          <a:stretch>
            <a:fillRect/>
          </a:stretch>
        </p:blipFill>
        <p:spPr>
          <a:xfrm>
            <a:off x="4354743" y="1571504"/>
            <a:ext cx="4458863" cy="2972575"/>
          </a:xfrm>
          <a:prstGeom prst="rect">
            <a:avLst/>
          </a:prstGeom>
        </p:spPr>
      </p:pic>
      <p:sp>
        <p:nvSpPr>
          <p:cNvPr id="4" name="TextBox 3">
            <a:extLst>
              <a:ext uri="{FF2B5EF4-FFF2-40B4-BE49-F238E27FC236}">
                <a16:creationId xmlns:a16="http://schemas.microsoft.com/office/drawing/2014/main" id="{65A4D346-A1F2-21C4-E337-12BD1869C727}"/>
              </a:ext>
            </a:extLst>
          </p:cNvPr>
          <p:cNvSpPr txBox="1"/>
          <p:nvPr/>
        </p:nvSpPr>
        <p:spPr>
          <a:xfrm>
            <a:off x="180030" y="1942401"/>
            <a:ext cx="4572000" cy="2893100"/>
          </a:xfrm>
          <a:prstGeom prst="rect">
            <a:avLst/>
          </a:prstGeom>
          <a:noFill/>
        </p:spPr>
        <p:txBody>
          <a:bodyPr wrap="square">
            <a:spAutoFit/>
          </a:bodyPr>
          <a:lstStyle/>
          <a:p>
            <a:pPr algn="l">
              <a:defRPr sz="2600">
                <a:solidFill>
                  <a:srgbClr val="1E1E1E"/>
                </a:solidFill>
              </a:defRPr>
            </a:pPr>
            <a:r>
              <a:rPr lang="en-GB" dirty="0"/>
              <a:t>Myth: AI is only for programmers</a:t>
            </a:r>
          </a:p>
          <a:p>
            <a:pPr algn="l">
              <a:defRPr sz="2600">
                <a:solidFill>
                  <a:srgbClr val="1E1E1E"/>
                </a:solidFill>
              </a:defRPr>
            </a:pPr>
            <a:r>
              <a:rPr lang="en-GB" dirty="0"/>
              <a:t>Myth: AI is too technical</a:t>
            </a:r>
          </a:p>
          <a:p>
            <a:pPr algn="l">
              <a:defRPr sz="2600">
                <a:solidFill>
                  <a:srgbClr val="1E1E1E"/>
                </a:solidFill>
              </a:defRPr>
            </a:pPr>
            <a:r>
              <a:rPr lang="en-GB" dirty="0"/>
              <a:t>Myth: I am too late</a:t>
            </a:r>
          </a:p>
          <a:p>
            <a:pPr algn="l">
              <a:defRPr sz="2600">
                <a:solidFill>
                  <a:srgbClr val="1E1E1E"/>
                </a:solidFill>
              </a:defRPr>
            </a:pPr>
            <a:endParaRPr lang="en-GB" dirty="0"/>
          </a:p>
          <a:p>
            <a:pPr algn="l">
              <a:defRPr sz="2600">
                <a:solidFill>
                  <a:srgbClr val="1E1E1E"/>
                </a:solidFill>
              </a:defRPr>
            </a:pPr>
            <a:r>
              <a:rPr lang="en-GB" dirty="0"/>
              <a:t>Truth: AI has entry points for everyone.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Bridging the Gap (The Career Break)</a:t>
            </a:r>
          </a:p>
        </p:txBody>
      </p:sp>
      <p:pic>
        <p:nvPicPr>
          <p:cNvPr id="6" name="Picture 5">
            <a:extLst>
              <a:ext uri="{FF2B5EF4-FFF2-40B4-BE49-F238E27FC236}">
                <a16:creationId xmlns:a16="http://schemas.microsoft.com/office/drawing/2014/main" id="{DFD9437B-358A-C38E-7EC1-B28E0D60BF26}"/>
              </a:ext>
            </a:extLst>
          </p:cNvPr>
          <p:cNvPicPr>
            <a:picLocks noChangeAspect="1"/>
          </p:cNvPicPr>
          <p:nvPr/>
        </p:nvPicPr>
        <p:blipFill>
          <a:blip r:embed="rId3"/>
          <a:stretch>
            <a:fillRect/>
          </a:stretch>
        </p:blipFill>
        <p:spPr>
          <a:xfrm>
            <a:off x="1524000" y="1397000"/>
            <a:ext cx="6096000" cy="406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399AD-0057-3B90-353F-BB97CB71598E}"/>
              </a:ext>
            </a:extLst>
          </p:cNvPr>
          <p:cNvSpPr>
            <a:spLocks noGrp="1"/>
          </p:cNvSpPr>
          <p:nvPr>
            <p:ph type="title"/>
          </p:nvPr>
        </p:nvSpPr>
        <p:spPr>
          <a:xfrm>
            <a:off x="6059983" y="741391"/>
            <a:ext cx="2526926" cy="1616203"/>
          </a:xfrm>
        </p:spPr>
        <p:txBody>
          <a:bodyPr anchor="b">
            <a:normAutofit/>
          </a:bodyPr>
          <a:lstStyle/>
          <a:p>
            <a:r>
              <a:rPr lang="en-GB" sz="2600"/>
              <a:t>The AI Opportunity Map</a:t>
            </a:r>
            <a:br>
              <a:rPr lang="en-GB" sz="2600"/>
            </a:br>
            <a:endParaRPr lang="en-GB" sz="2600"/>
          </a:p>
        </p:txBody>
      </p:sp>
      <p:pic>
        <p:nvPicPr>
          <p:cNvPr id="5" name="Picture 4" descr="Person pointing on a map">
            <a:extLst>
              <a:ext uri="{FF2B5EF4-FFF2-40B4-BE49-F238E27FC236}">
                <a16:creationId xmlns:a16="http://schemas.microsoft.com/office/drawing/2014/main" id="{6285CD29-0847-BEBF-AE7B-C4D064022945}"/>
              </a:ext>
            </a:extLst>
          </p:cNvPr>
          <p:cNvPicPr>
            <a:picLocks noChangeAspect="1"/>
          </p:cNvPicPr>
          <p:nvPr/>
        </p:nvPicPr>
        <p:blipFill>
          <a:blip r:embed="rId2"/>
          <a:srcRect l="16317" r="29735" b="-1"/>
          <a:stretch>
            <a:fillRect/>
          </a:stretch>
        </p:blipFill>
        <p:spPr>
          <a:xfrm>
            <a:off x="20" y="10"/>
            <a:ext cx="5542677" cy="6857990"/>
          </a:xfrm>
          <a:prstGeom prst="rect">
            <a:avLst/>
          </a:prstGeom>
        </p:spPr>
      </p:pic>
      <p:sp>
        <p:nvSpPr>
          <p:cNvPr id="16" name="Rectangle 15">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55894" y="3271199"/>
            <a:ext cx="1630908" cy="5542697"/>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2296081" y="2296080"/>
            <a:ext cx="6854280" cy="226211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46242" y="4425055"/>
            <a:ext cx="2196454"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932A90F8-6C26-2AFC-8886-1547478836FC}"/>
              </a:ext>
            </a:extLst>
          </p:cNvPr>
          <p:cNvSpPr>
            <a:spLocks noGrp="1"/>
          </p:cNvSpPr>
          <p:nvPr>
            <p:ph idx="1"/>
          </p:nvPr>
        </p:nvSpPr>
        <p:spPr>
          <a:xfrm>
            <a:off x="6059983" y="2533476"/>
            <a:ext cx="2526926" cy="3447832"/>
          </a:xfrm>
        </p:spPr>
        <p:txBody>
          <a:bodyPr anchor="t">
            <a:normAutofit/>
          </a:bodyPr>
          <a:lstStyle/>
          <a:p>
            <a:pPr marL="0" indent="0">
              <a:buNone/>
              <a:defRPr sz="2600">
                <a:solidFill>
                  <a:srgbClr val="1E1E1E"/>
                </a:solidFill>
              </a:defRPr>
            </a:pPr>
            <a:r>
              <a:rPr lang="en-GB" sz="1700" dirty="0"/>
              <a:t>1. AI Users</a:t>
            </a:r>
          </a:p>
          <a:p>
            <a:pPr marL="0" indent="0">
              <a:buNone/>
              <a:defRPr sz="2600">
                <a:solidFill>
                  <a:srgbClr val="1E1E1E"/>
                </a:solidFill>
              </a:defRPr>
            </a:pPr>
            <a:r>
              <a:rPr lang="en-GB" sz="1700" dirty="0"/>
              <a:t>2. AI‑Adjacent Roles</a:t>
            </a:r>
          </a:p>
          <a:p>
            <a:pPr marL="0" indent="0">
              <a:buNone/>
              <a:defRPr sz="2600">
                <a:solidFill>
                  <a:srgbClr val="1E1E1E"/>
                </a:solidFill>
              </a:defRPr>
            </a:pPr>
            <a:r>
              <a:rPr lang="en-GB" sz="1700" dirty="0"/>
              <a:t>3. Technical Path (Optional)</a:t>
            </a:r>
          </a:p>
          <a:p>
            <a:pPr>
              <a:defRPr sz="2600">
                <a:solidFill>
                  <a:srgbClr val="1E1E1E"/>
                </a:solidFill>
              </a:defRPr>
            </a:pPr>
            <a:endParaRPr lang="en-GB" sz="1700" dirty="0"/>
          </a:p>
          <a:p>
            <a:pPr marL="0" indent="0">
              <a:buNone/>
              <a:defRPr sz="2600">
                <a:solidFill>
                  <a:srgbClr val="1E1E1E"/>
                </a:solidFill>
              </a:defRPr>
            </a:pPr>
            <a:r>
              <a:rPr lang="en-GB" sz="1700" dirty="0"/>
              <a:t>There are multiple entry points into AI.</a:t>
            </a:r>
          </a:p>
          <a:p>
            <a:endParaRPr lang="en-GB" sz="1700" dirty="0"/>
          </a:p>
        </p:txBody>
      </p:sp>
    </p:spTree>
    <p:extLst>
      <p:ext uri="{BB962C8B-B14F-4D97-AF65-F5344CB8AC3E}">
        <p14:creationId xmlns:p14="http://schemas.microsoft.com/office/powerpoint/2010/main" val="114851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Blue and orange gradient with arrows">
            <a:extLst>
              <a:ext uri="{FF2B5EF4-FFF2-40B4-BE49-F238E27FC236}">
                <a16:creationId xmlns:a16="http://schemas.microsoft.com/office/drawing/2014/main" id="{E36389C3-CAEE-3F49-C6E9-2DDDC8E0508E}"/>
              </a:ext>
            </a:extLst>
          </p:cNvPr>
          <p:cNvPicPr>
            <a:picLocks noChangeAspect="1"/>
          </p:cNvPicPr>
          <p:nvPr/>
        </p:nvPicPr>
        <p:blipFill>
          <a:blip r:embed="rId2"/>
          <a:srcRect l="45281" r="19220"/>
          <a:stretch>
            <a:fillRect/>
          </a:stretch>
        </p:blipFill>
        <p:spPr>
          <a:xfrm>
            <a:off x="20" y="-2"/>
            <a:ext cx="4057627"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31C8B2-9F24-CBB6-C38F-91B1E980F1AE}"/>
              </a:ext>
            </a:extLst>
          </p:cNvPr>
          <p:cNvSpPr>
            <a:spLocks noGrp="1"/>
          </p:cNvSpPr>
          <p:nvPr>
            <p:ph type="title"/>
          </p:nvPr>
        </p:nvSpPr>
        <p:spPr>
          <a:xfrm>
            <a:off x="4586487" y="405685"/>
            <a:ext cx="4098726" cy="1559301"/>
          </a:xfrm>
        </p:spPr>
        <p:txBody>
          <a:bodyPr>
            <a:normAutofit/>
          </a:bodyPr>
          <a:lstStyle/>
          <a:p>
            <a:r>
              <a:rPr lang="en-GB" sz="3500"/>
              <a:t>Pathway 1: AI Users</a:t>
            </a:r>
            <a:br>
              <a:rPr lang="en-GB" sz="3500"/>
            </a:br>
            <a:endParaRPr lang="en-GB" sz="3500"/>
          </a:p>
        </p:txBody>
      </p:sp>
      <p:sp>
        <p:nvSpPr>
          <p:cNvPr id="4" name="Content Placeholder 3">
            <a:extLst>
              <a:ext uri="{FF2B5EF4-FFF2-40B4-BE49-F238E27FC236}">
                <a16:creationId xmlns:a16="http://schemas.microsoft.com/office/drawing/2014/main" id="{125C4BDE-80A0-6FC0-E519-39461468C2F7}"/>
              </a:ext>
            </a:extLst>
          </p:cNvPr>
          <p:cNvSpPr txBox="1">
            <a:spLocks noGrp="1"/>
          </p:cNvSpPr>
          <p:nvPr>
            <p:ph idx="1"/>
          </p:nvPr>
        </p:nvSpPr>
        <p:spPr>
          <a:xfrm>
            <a:off x="4586487" y="2743200"/>
            <a:ext cx="3935505" cy="3496878"/>
          </a:xfrm>
          <a:prstGeom prst="rect">
            <a:avLst/>
          </a:prstGeom>
        </p:spPr>
        <p:txBody>
          <a:bodyPr anchor="ctr">
            <a:normAutofit/>
          </a:bodyPr>
          <a:lstStyle/>
          <a:p>
            <a:pPr marL="0" indent="0">
              <a:buNone/>
              <a:defRPr sz="2600">
                <a:solidFill>
                  <a:srgbClr val="1E1E1E"/>
                </a:solidFill>
              </a:defRPr>
            </a:pPr>
            <a:r>
              <a:rPr lang="en-GB" sz="1700" dirty="0"/>
              <a:t>Use AI to:</a:t>
            </a:r>
          </a:p>
          <a:p>
            <a:pPr marL="0" indent="0">
              <a:buNone/>
              <a:defRPr sz="2600">
                <a:solidFill>
                  <a:srgbClr val="1E1E1E"/>
                </a:solidFill>
              </a:defRPr>
            </a:pPr>
            <a:r>
              <a:rPr lang="en-GB" sz="1700" dirty="0"/>
              <a:t>• Write faster</a:t>
            </a:r>
          </a:p>
          <a:p>
            <a:pPr marL="0" indent="0">
              <a:buNone/>
              <a:defRPr sz="2600">
                <a:solidFill>
                  <a:srgbClr val="1E1E1E"/>
                </a:solidFill>
              </a:defRPr>
            </a:pPr>
            <a:r>
              <a:rPr lang="en-GB" sz="1700" dirty="0"/>
              <a:t>• Create content</a:t>
            </a:r>
          </a:p>
          <a:p>
            <a:pPr marL="0" indent="0">
              <a:buNone/>
              <a:defRPr sz="2600">
                <a:solidFill>
                  <a:srgbClr val="1E1E1E"/>
                </a:solidFill>
              </a:defRPr>
            </a:pPr>
            <a:r>
              <a:rPr lang="en-GB" sz="1700" dirty="0"/>
              <a:t>• Automate tasks</a:t>
            </a:r>
          </a:p>
          <a:p>
            <a:pPr marL="0" indent="0">
              <a:buNone/>
              <a:defRPr sz="2600">
                <a:solidFill>
                  <a:srgbClr val="1E1E1E"/>
                </a:solidFill>
              </a:defRPr>
            </a:pPr>
            <a:r>
              <a:rPr lang="en-GB" sz="1700" dirty="0"/>
              <a:t>• Improve business decisions</a:t>
            </a:r>
          </a:p>
          <a:p>
            <a:pPr>
              <a:defRPr sz="2600">
                <a:solidFill>
                  <a:srgbClr val="1E1E1E"/>
                </a:solidFill>
              </a:defRPr>
            </a:pPr>
            <a:endParaRPr lang="en-GB" sz="1700" dirty="0"/>
          </a:p>
          <a:p>
            <a:pPr marL="0" indent="0">
              <a:buNone/>
              <a:defRPr sz="2600">
                <a:solidFill>
                  <a:srgbClr val="1E1E1E"/>
                </a:solidFill>
              </a:defRPr>
            </a:pPr>
            <a:r>
              <a:rPr lang="en-GB" sz="1700" dirty="0"/>
              <a:t>No coding required.</a:t>
            </a:r>
          </a:p>
        </p:txBody>
      </p:sp>
    </p:spTree>
    <p:extLst>
      <p:ext uri="{BB962C8B-B14F-4D97-AF65-F5344CB8AC3E}">
        <p14:creationId xmlns:p14="http://schemas.microsoft.com/office/powerpoint/2010/main" val="1387836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BA24E0F-7269-3F85-058F-894A97291A45}"/>
              </a:ext>
            </a:extLst>
          </p:cNvPr>
          <p:cNvPicPr>
            <a:picLocks noChangeAspect="1"/>
          </p:cNvPicPr>
          <p:nvPr/>
        </p:nvPicPr>
        <p:blipFill>
          <a:blip r:embed="rId2">
            <a:duotone>
              <a:schemeClr val="bg2">
                <a:shade val="45000"/>
                <a:satMod val="135000"/>
              </a:schemeClr>
              <a:prstClr val="white"/>
            </a:duotone>
          </a:blip>
          <a:srcRect b="25000"/>
          <a:stretch>
            <a:fillRect/>
          </a:stretch>
        </p:blipFill>
        <p:spPr>
          <a:xfrm>
            <a:off x="20" y="10"/>
            <a:ext cx="9143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8E7FD7-5839-1FC6-62FD-9552AC4DC4F2}"/>
              </a:ext>
            </a:extLst>
          </p:cNvPr>
          <p:cNvSpPr>
            <a:spLocks noGrp="1"/>
          </p:cNvSpPr>
          <p:nvPr>
            <p:ph type="title"/>
          </p:nvPr>
        </p:nvSpPr>
        <p:spPr>
          <a:xfrm>
            <a:off x="628650" y="365125"/>
            <a:ext cx="7886700" cy="1325563"/>
          </a:xfrm>
        </p:spPr>
        <p:txBody>
          <a:bodyPr vert="horz" lIns="91440" tIns="45720" rIns="91440" bIns="45720" rtlCol="0" anchor="ctr">
            <a:normAutofit/>
          </a:bodyPr>
          <a:lstStyle/>
          <a:p>
            <a:pPr algn="l" defTabSz="914400">
              <a:lnSpc>
                <a:spcPct val="90000"/>
              </a:lnSpc>
            </a:pPr>
            <a:r>
              <a:rPr lang="en-US" dirty="0"/>
              <a:t>Pathway 2: AI‑Adjacent Roles</a:t>
            </a:r>
            <a:br>
              <a:rPr lang="en-US" dirty="0"/>
            </a:br>
            <a:endParaRPr lang="en-US" dirty="0"/>
          </a:p>
        </p:txBody>
      </p:sp>
      <p:graphicFrame>
        <p:nvGraphicFramePr>
          <p:cNvPr id="7" name="TextBox 4">
            <a:extLst>
              <a:ext uri="{FF2B5EF4-FFF2-40B4-BE49-F238E27FC236}">
                <a16:creationId xmlns:a16="http://schemas.microsoft.com/office/drawing/2014/main" id="{CE2D6378-6FD6-5E52-C5ED-35DA60FA3A67}"/>
              </a:ext>
            </a:extLst>
          </p:cNvPr>
          <p:cNvGraphicFramePr/>
          <p:nvPr>
            <p:extLst>
              <p:ext uri="{D42A27DB-BD31-4B8C-83A1-F6EECF244321}">
                <p14:modId xmlns:p14="http://schemas.microsoft.com/office/powerpoint/2010/main" val="11617200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1530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F0A49-1082-626B-CF45-2AE10D1B8ED8}"/>
              </a:ext>
            </a:extLst>
          </p:cNvPr>
          <p:cNvSpPr>
            <a:spLocks noGrp="1"/>
          </p:cNvSpPr>
          <p:nvPr>
            <p:ph type="title"/>
          </p:nvPr>
        </p:nvSpPr>
        <p:spPr>
          <a:xfrm>
            <a:off x="6059983" y="741391"/>
            <a:ext cx="2526926" cy="1616203"/>
          </a:xfrm>
        </p:spPr>
        <p:txBody>
          <a:bodyPr vert="horz" lIns="91440" tIns="45720" rIns="91440" bIns="45720" rtlCol="0" anchor="b">
            <a:normAutofit/>
          </a:bodyPr>
          <a:lstStyle/>
          <a:p>
            <a:pPr algn="l" defTabSz="914400">
              <a:lnSpc>
                <a:spcPct val="90000"/>
              </a:lnSpc>
            </a:pPr>
            <a:r>
              <a:rPr lang="en-US" sz="2800"/>
              <a:t>Pathway 3: Technical Path</a:t>
            </a:r>
            <a:br>
              <a:rPr lang="en-US" sz="2800"/>
            </a:br>
            <a:endParaRPr lang="en-US" sz="2800"/>
          </a:p>
        </p:txBody>
      </p:sp>
      <p:pic>
        <p:nvPicPr>
          <p:cNvPr id="9" name="Picture 8">
            <a:extLst>
              <a:ext uri="{FF2B5EF4-FFF2-40B4-BE49-F238E27FC236}">
                <a16:creationId xmlns:a16="http://schemas.microsoft.com/office/drawing/2014/main" id="{6BAF0257-88F9-4D6A-8CBD-2FAE4E26E0A3}"/>
              </a:ext>
            </a:extLst>
          </p:cNvPr>
          <p:cNvPicPr>
            <a:picLocks noChangeAspect="1"/>
          </p:cNvPicPr>
          <p:nvPr/>
        </p:nvPicPr>
        <p:blipFill>
          <a:blip r:embed="rId2"/>
          <a:srcRect l="28831" r="25708"/>
          <a:stretch>
            <a:fillRect/>
          </a:stretch>
        </p:blipFill>
        <p:spPr>
          <a:xfrm>
            <a:off x="20" y="10"/>
            <a:ext cx="5542677" cy="6857990"/>
          </a:xfrm>
          <a:prstGeom prst="rect">
            <a:avLst/>
          </a:prstGeom>
        </p:spPr>
      </p:pic>
      <p:sp>
        <p:nvSpPr>
          <p:cNvPr id="17" name="Rectangle 16">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55894" y="3271199"/>
            <a:ext cx="1630908" cy="5542697"/>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2296081" y="2296080"/>
            <a:ext cx="6854280" cy="226211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Rectangle 20">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346242" y="4425055"/>
            <a:ext cx="2196454"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 name="TextBox 3">
            <a:extLst>
              <a:ext uri="{FF2B5EF4-FFF2-40B4-BE49-F238E27FC236}">
                <a16:creationId xmlns:a16="http://schemas.microsoft.com/office/drawing/2014/main" id="{813F1BD1-D236-3E2B-93DD-E8AD0DBB163C}"/>
              </a:ext>
            </a:extLst>
          </p:cNvPr>
          <p:cNvSpPr txBox="1"/>
          <p:nvPr/>
        </p:nvSpPr>
        <p:spPr>
          <a:xfrm>
            <a:off x="5542696" y="2533476"/>
            <a:ext cx="3601303" cy="3447832"/>
          </a:xfrm>
          <a:prstGeom prst="rect">
            <a:avLst/>
          </a:prstGeom>
        </p:spPr>
        <p:txBody>
          <a:bodyPr vert="horz" lIns="91440" tIns="45720" rIns="91440" bIns="45720" rtlCol="0" anchor="t">
            <a:normAutofit/>
          </a:bodyPr>
          <a:lstStyle/>
          <a:p>
            <a:pPr defTabSz="914400">
              <a:lnSpc>
                <a:spcPct val="90000"/>
              </a:lnSpc>
              <a:spcAft>
                <a:spcPts val="600"/>
              </a:spcAft>
              <a:defRPr sz="2600">
                <a:solidFill>
                  <a:srgbClr val="1E1E1E"/>
                </a:solidFill>
              </a:defRPr>
            </a:pPr>
            <a:r>
              <a:rPr lang="en-US" sz="1700" dirty="0"/>
              <a:t>If you later choose:</a:t>
            </a:r>
          </a:p>
          <a:p>
            <a:pPr indent="-228600" defTabSz="914400">
              <a:lnSpc>
                <a:spcPct val="90000"/>
              </a:lnSpc>
              <a:spcAft>
                <a:spcPts val="600"/>
              </a:spcAft>
              <a:buFont typeface="Arial" panose="020B0604020202020204" pitchFamily="34" charset="0"/>
              <a:buChar char="•"/>
              <a:defRPr sz="2600">
                <a:solidFill>
                  <a:srgbClr val="1E1E1E"/>
                </a:solidFill>
              </a:defRPr>
            </a:pPr>
            <a:endParaRPr lang="en-US" sz="1700" dirty="0"/>
          </a:p>
          <a:p>
            <a:pPr indent="-228600" defTabSz="914400">
              <a:lnSpc>
                <a:spcPct val="90000"/>
              </a:lnSpc>
              <a:spcAft>
                <a:spcPts val="600"/>
              </a:spcAft>
              <a:buFont typeface="Arial" panose="020B0604020202020204" pitchFamily="34" charset="0"/>
              <a:buChar char="•"/>
              <a:defRPr sz="2600">
                <a:solidFill>
                  <a:srgbClr val="1E1E1E"/>
                </a:solidFill>
              </a:defRPr>
            </a:pPr>
            <a:endParaRPr lang="en-US" sz="1700" dirty="0"/>
          </a:p>
          <a:p>
            <a:pPr defTabSz="914400">
              <a:lnSpc>
                <a:spcPct val="90000"/>
              </a:lnSpc>
              <a:spcAft>
                <a:spcPts val="600"/>
              </a:spcAft>
              <a:defRPr sz="2600">
                <a:solidFill>
                  <a:srgbClr val="1E1E1E"/>
                </a:solidFill>
              </a:defRPr>
            </a:pPr>
            <a:r>
              <a:rPr lang="en-US" sz="1700" dirty="0"/>
              <a:t>• Data science</a:t>
            </a:r>
          </a:p>
          <a:p>
            <a:pPr defTabSz="914400">
              <a:lnSpc>
                <a:spcPct val="90000"/>
              </a:lnSpc>
              <a:spcAft>
                <a:spcPts val="600"/>
              </a:spcAft>
              <a:defRPr sz="2600">
                <a:solidFill>
                  <a:srgbClr val="1E1E1E"/>
                </a:solidFill>
              </a:defRPr>
            </a:pPr>
            <a:r>
              <a:rPr lang="en-US" sz="1700" dirty="0"/>
              <a:t>• Machine learning</a:t>
            </a:r>
          </a:p>
          <a:p>
            <a:pPr defTabSz="914400">
              <a:lnSpc>
                <a:spcPct val="90000"/>
              </a:lnSpc>
              <a:spcAft>
                <a:spcPts val="600"/>
              </a:spcAft>
              <a:defRPr sz="2600">
                <a:solidFill>
                  <a:srgbClr val="1E1E1E"/>
                </a:solidFill>
              </a:defRPr>
            </a:pPr>
            <a:r>
              <a:rPr lang="en-US" sz="1700" dirty="0"/>
              <a:t>• AI engineering</a:t>
            </a:r>
          </a:p>
          <a:p>
            <a:pPr indent="-228600" defTabSz="914400">
              <a:lnSpc>
                <a:spcPct val="90000"/>
              </a:lnSpc>
              <a:spcAft>
                <a:spcPts val="600"/>
              </a:spcAft>
              <a:buFont typeface="Arial" panose="020B0604020202020204" pitchFamily="34" charset="0"/>
              <a:buChar char="•"/>
              <a:defRPr sz="2600">
                <a:solidFill>
                  <a:srgbClr val="1E1E1E"/>
                </a:solidFill>
              </a:defRPr>
            </a:pPr>
            <a:endParaRPr lang="en-US" sz="1700" dirty="0"/>
          </a:p>
          <a:p>
            <a:pPr defTabSz="914400">
              <a:lnSpc>
                <a:spcPct val="90000"/>
              </a:lnSpc>
              <a:spcAft>
                <a:spcPts val="600"/>
              </a:spcAft>
              <a:defRPr sz="2600">
                <a:solidFill>
                  <a:srgbClr val="1E1E1E"/>
                </a:solidFill>
              </a:defRPr>
            </a:pPr>
            <a:r>
              <a:rPr lang="en-US" sz="1700" dirty="0"/>
              <a:t>The door is open — but optional.</a:t>
            </a:r>
          </a:p>
        </p:txBody>
      </p:sp>
    </p:spTree>
    <p:extLst>
      <p:ext uri="{BB962C8B-B14F-4D97-AF65-F5344CB8AC3E}">
        <p14:creationId xmlns:p14="http://schemas.microsoft.com/office/powerpoint/2010/main" val="4110697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 name="Freeform: Shape 7">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18526" y="271780"/>
            <a:ext cx="7609905" cy="1239012"/>
          </a:xfrm>
        </p:spPr>
        <p:txBody>
          <a:bodyPr vert="horz" lIns="91440" tIns="45720" rIns="91440" bIns="45720" rtlCol="0" anchor="ctr">
            <a:normAutofit/>
          </a:bodyPr>
          <a:lstStyle/>
          <a:p>
            <a:pPr defTabSz="914400">
              <a:lnSpc>
                <a:spcPct val="90000"/>
              </a:lnSpc>
            </a:pPr>
            <a:r>
              <a:rPr lang="en-US" sz="2400" kern="1200" dirty="0">
                <a:solidFill>
                  <a:schemeClr val="tx1"/>
                </a:solidFill>
                <a:latin typeface="+mj-lt"/>
                <a:ea typeface="+mj-ea"/>
                <a:cs typeface="+mj-cs"/>
              </a:rPr>
              <a:t>The Non-Tech Toolkit (2026 Edition)</a:t>
            </a:r>
          </a:p>
        </p:txBody>
      </p:sp>
      <p:sp>
        <p:nvSpPr>
          <p:cNvPr id="17" name="Rectangle 1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2443480"/>
            <a:ext cx="25374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1ACB4366-CA34-FC11-1AE0-58AA3DECC88B}"/>
              </a:ext>
            </a:extLst>
          </p:cNvPr>
          <p:cNvSpPr txBox="1"/>
          <p:nvPr/>
        </p:nvSpPr>
        <p:spPr>
          <a:xfrm>
            <a:off x="278320" y="2718054"/>
            <a:ext cx="2579180" cy="3207258"/>
          </a:xfrm>
          <a:prstGeom prst="rect">
            <a:avLst/>
          </a:prstGeom>
        </p:spPr>
        <p:txBody>
          <a:bodyPr vert="horz" lIns="91440" tIns="45720" rIns="91440" bIns="45720" rtlCol="0" anchor="t">
            <a:normAutofit/>
          </a:bodyPr>
          <a:lstStyle/>
          <a:p>
            <a:pPr defTabSz="914400">
              <a:lnSpc>
                <a:spcPct val="90000"/>
              </a:lnSpc>
              <a:spcAft>
                <a:spcPts val="600"/>
              </a:spcAft>
              <a:defRPr sz="2600">
                <a:solidFill>
                  <a:srgbClr val="1E1E1E"/>
                </a:solidFill>
              </a:defRPr>
            </a:pPr>
            <a:r>
              <a:rPr lang="en-US" sz="1500" dirty="0"/>
              <a:t>• Verify outputs</a:t>
            </a:r>
          </a:p>
          <a:p>
            <a:pPr defTabSz="914400">
              <a:lnSpc>
                <a:spcPct val="90000"/>
              </a:lnSpc>
              <a:spcAft>
                <a:spcPts val="600"/>
              </a:spcAft>
              <a:defRPr sz="2600">
                <a:solidFill>
                  <a:srgbClr val="1E1E1E"/>
                </a:solidFill>
              </a:defRPr>
            </a:pPr>
            <a:r>
              <a:rPr lang="en-US" sz="1500" dirty="0"/>
              <a:t>• Protect personal data</a:t>
            </a:r>
          </a:p>
          <a:p>
            <a:pPr defTabSz="914400">
              <a:lnSpc>
                <a:spcPct val="90000"/>
              </a:lnSpc>
              <a:spcAft>
                <a:spcPts val="600"/>
              </a:spcAft>
              <a:defRPr sz="2600">
                <a:solidFill>
                  <a:srgbClr val="1E1E1E"/>
                </a:solidFill>
              </a:defRPr>
            </a:pPr>
            <a:r>
              <a:rPr lang="en-US" sz="1500" dirty="0"/>
              <a:t>• Avoid blind trust</a:t>
            </a:r>
          </a:p>
          <a:p>
            <a:pPr defTabSz="914400">
              <a:lnSpc>
                <a:spcPct val="90000"/>
              </a:lnSpc>
              <a:spcAft>
                <a:spcPts val="600"/>
              </a:spcAft>
              <a:defRPr sz="2600">
                <a:solidFill>
                  <a:srgbClr val="1E1E1E"/>
                </a:solidFill>
              </a:defRPr>
            </a:pPr>
            <a:r>
              <a:rPr lang="en-US" sz="1500" dirty="0"/>
              <a:t>• Use AI ethically</a:t>
            </a:r>
          </a:p>
        </p:txBody>
      </p:sp>
      <p:pic>
        <p:nvPicPr>
          <p:cNvPr id="6" name="Picture 5">
            <a:extLst>
              <a:ext uri="{FF2B5EF4-FFF2-40B4-BE49-F238E27FC236}">
                <a16:creationId xmlns:a16="http://schemas.microsoft.com/office/drawing/2014/main" id="{848184E6-BF8B-8178-BE5E-6B492B8D2FF2}"/>
              </a:ext>
            </a:extLst>
          </p:cNvPr>
          <p:cNvPicPr>
            <a:picLocks noChangeAspect="1"/>
          </p:cNvPicPr>
          <p:nvPr/>
        </p:nvPicPr>
        <p:blipFill>
          <a:blip r:embed="rId3"/>
          <a:stretch>
            <a:fillRect/>
          </a:stretch>
        </p:blipFill>
        <p:spPr>
          <a:xfrm>
            <a:off x="3675888" y="1746627"/>
            <a:ext cx="5191506" cy="34653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'Vibe' Over Code</a:t>
            </a:r>
          </a:p>
        </p:txBody>
      </p:sp>
      <p:pic>
        <p:nvPicPr>
          <p:cNvPr id="6" name="Picture 5">
            <a:extLst>
              <a:ext uri="{FF2B5EF4-FFF2-40B4-BE49-F238E27FC236}">
                <a16:creationId xmlns:a16="http://schemas.microsoft.com/office/drawing/2014/main" id="{81C4C519-F030-30F0-4331-75071EEC5E17}"/>
              </a:ext>
            </a:extLst>
          </p:cNvPr>
          <p:cNvPicPr>
            <a:picLocks noChangeAspect="1"/>
          </p:cNvPicPr>
          <p:nvPr/>
        </p:nvPicPr>
        <p:blipFill>
          <a:blip r:embed="rId3"/>
          <a:stretch>
            <a:fillRect/>
          </a:stretch>
        </p:blipFill>
        <p:spPr>
          <a:xfrm>
            <a:off x="1524000" y="1397000"/>
            <a:ext cx="6096000" cy="406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Your First Step: The 'Monday Morning' Prompt</a:t>
            </a:r>
          </a:p>
        </p:txBody>
      </p:sp>
      <p:pic>
        <p:nvPicPr>
          <p:cNvPr id="6" name="Picture 5">
            <a:extLst>
              <a:ext uri="{FF2B5EF4-FFF2-40B4-BE49-F238E27FC236}">
                <a16:creationId xmlns:a16="http://schemas.microsoft.com/office/drawing/2014/main" id="{3FADCF1E-D2CC-9564-392A-D1F49DCBCB6A}"/>
              </a:ext>
            </a:extLst>
          </p:cNvPr>
          <p:cNvPicPr>
            <a:picLocks noChangeAspect="1"/>
          </p:cNvPicPr>
          <p:nvPr/>
        </p:nvPicPr>
        <p:blipFill>
          <a:blip r:embed="rId3"/>
          <a:stretch>
            <a:fillRect/>
          </a:stretch>
        </p:blipFill>
        <p:spPr>
          <a:xfrm>
            <a:off x="1524000" y="1397000"/>
            <a:ext cx="6096000" cy="406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39EE88-1537-65A7-107B-90B63C7A952E}"/>
              </a:ext>
            </a:extLst>
          </p:cNvPr>
          <p:cNvSpPr txBox="1"/>
          <p:nvPr/>
        </p:nvSpPr>
        <p:spPr>
          <a:xfrm>
            <a:off x="571500" y="1138036"/>
            <a:ext cx="3064248" cy="690764"/>
          </a:xfrm>
          <a:prstGeom prst="rect">
            <a:avLst/>
          </a:prstGeom>
        </p:spPr>
        <p:txBody>
          <a:bodyPr vert="horz" lIns="91440" tIns="45720" rIns="91440" bIns="45720" rtlCol="0" anchor="t">
            <a:normAutofit/>
          </a:bodyPr>
          <a:lstStyle/>
          <a:p>
            <a:pPr defTabSz="914400">
              <a:lnSpc>
                <a:spcPct val="90000"/>
              </a:lnSpc>
              <a:spcBef>
                <a:spcPct val="0"/>
              </a:spcBef>
              <a:spcAft>
                <a:spcPts val="600"/>
              </a:spcAft>
            </a:pPr>
            <a:r>
              <a:rPr lang="en-US" sz="2800" b="1" dirty="0">
                <a:latin typeface="+mj-lt"/>
                <a:ea typeface="+mj-ea"/>
                <a:cs typeface="+mj-cs"/>
              </a:rPr>
              <a:t>Prompts Questions</a:t>
            </a:r>
            <a:endParaRPr lang="en-US" sz="2800" dirty="0">
              <a:latin typeface="+mj-lt"/>
              <a:ea typeface="+mj-ea"/>
              <a:cs typeface="+mj-cs"/>
            </a:endParaRPr>
          </a:p>
        </p:txBody>
      </p:sp>
      <p:cxnSp>
        <p:nvCxnSpPr>
          <p:cNvPr id="15" name="Straight Connector 1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188122D-CB0F-77B2-23B5-6B89E3F3C521}"/>
              </a:ext>
            </a:extLst>
          </p:cNvPr>
          <p:cNvSpPr txBox="1"/>
          <p:nvPr/>
        </p:nvSpPr>
        <p:spPr>
          <a:xfrm>
            <a:off x="310896" y="1975104"/>
            <a:ext cx="3324852" cy="4167279"/>
          </a:xfrm>
          <a:prstGeom prst="rect">
            <a:avLst/>
          </a:prstGeom>
        </p:spPr>
        <p:txBody>
          <a:bodyPr vert="horz" lIns="91440" tIns="45720" rIns="91440" bIns="45720" rtlCol="0">
            <a:normAutofit/>
          </a:bodyPr>
          <a:lstStyle/>
          <a:p>
            <a:pPr defTabSz="914400">
              <a:lnSpc>
                <a:spcPct val="90000"/>
              </a:lnSpc>
              <a:spcAft>
                <a:spcPts val="600"/>
              </a:spcAft>
            </a:pPr>
            <a:r>
              <a:rPr lang="en-US" sz="1700" dirty="0"/>
              <a:t>1. ​</a:t>
            </a:r>
            <a:r>
              <a:rPr lang="en-US" sz="1700" i="1" dirty="0"/>
              <a:t>"If you could have a digital assistant handle 2 hours of your daily 'admin' work, what would you do with that extra time?“</a:t>
            </a:r>
          </a:p>
          <a:p>
            <a:pPr indent="-228600" defTabSz="914400">
              <a:lnSpc>
                <a:spcPct val="90000"/>
              </a:lnSpc>
              <a:spcAft>
                <a:spcPts val="600"/>
              </a:spcAft>
              <a:buFont typeface="Arial" panose="020B0604020202020204" pitchFamily="34" charset="0"/>
              <a:buChar char="•"/>
            </a:pPr>
            <a:endParaRPr lang="en-US" sz="1700" i="1" dirty="0"/>
          </a:p>
          <a:p>
            <a:pPr indent="-228600" defTabSz="914400">
              <a:lnSpc>
                <a:spcPct val="90000"/>
              </a:lnSpc>
              <a:spcAft>
                <a:spcPts val="600"/>
              </a:spcAft>
              <a:buFont typeface="Arial" panose="020B0604020202020204" pitchFamily="34" charset="0"/>
              <a:buChar char="•"/>
            </a:pPr>
            <a:endParaRPr lang="en-US" sz="1700" i="1" dirty="0"/>
          </a:p>
          <a:p>
            <a:pPr indent="-228600" defTabSz="914400">
              <a:lnSpc>
                <a:spcPct val="90000"/>
              </a:lnSpc>
              <a:spcAft>
                <a:spcPts val="600"/>
              </a:spcAft>
              <a:buFont typeface="Arial" panose="020B0604020202020204" pitchFamily="34" charset="0"/>
              <a:buChar char="•"/>
            </a:pPr>
            <a:endParaRPr lang="en-US" sz="1700" i="1" dirty="0"/>
          </a:p>
          <a:p>
            <a:pPr indent="-228600" defTabSz="914400">
              <a:lnSpc>
                <a:spcPct val="90000"/>
              </a:lnSpc>
              <a:spcAft>
                <a:spcPts val="600"/>
              </a:spcAft>
              <a:buFont typeface="Arial" panose="020B0604020202020204" pitchFamily="34" charset="0"/>
              <a:buChar char="•"/>
            </a:pPr>
            <a:endParaRPr lang="en-US" sz="1700" dirty="0"/>
          </a:p>
          <a:p>
            <a:pPr defTabSz="914400">
              <a:lnSpc>
                <a:spcPct val="90000"/>
              </a:lnSpc>
              <a:spcAft>
                <a:spcPts val="600"/>
              </a:spcAft>
            </a:pPr>
            <a:r>
              <a:rPr lang="en-US" sz="1700" i="1" dirty="0"/>
              <a:t>2. "Who here feels like they’ve been 'away' too long? Let’s talk about how AI is the fastest way to catch up."</a:t>
            </a:r>
            <a:endParaRPr lang="en-US" sz="1700" dirty="0"/>
          </a:p>
        </p:txBody>
      </p:sp>
      <p:pic>
        <p:nvPicPr>
          <p:cNvPr id="11" name="Picture 10" descr="Question mark boxes">
            <a:extLst>
              <a:ext uri="{FF2B5EF4-FFF2-40B4-BE49-F238E27FC236}">
                <a16:creationId xmlns:a16="http://schemas.microsoft.com/office/drawing/2014/main" id="{63A9BB57-D62C-A91E-DFBD-46819B8504B2}"/>
              </a:ext>
            </a:extLst>
          </p:cNvPr>
          <p:cNvPicPr>
            <a:picLocks noChangeAspect="1"/>
          </p:cNvPicPr>
          <p:nvPr/>
        </p:nvPicPr>
        <p:blipFill>
          <a:blip r:embed="rId2"/>
          <a:srcRect l="32822" r="26941"/>
          <a:stretch>
            <a:fillRect/>
          </a:stretch>
        </p:blipFill>
        <p:spPr>
          <a:xfrm>
            <a:off x="4238244" y="10"/>
            <a:ext cx="4905756" cy="68579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C9B6F-B367-ED1A-BE7B-89549D97CF11}"/>
              </a:ext>
            </a:extLst>
          </p:cNvPr>
          <p:cNvSpPr>
            <a:spLocks noGrp="1"/>
          </p:cNvSpPr>
          <p:nvPr>
            <p:ph type="title"/>
          </p:nvPr>
        </p:nvSpPr>
        <p:spPr>
          <a:xfrm>
            <a:off x="144018" y="557189"/>
            <a:ext cx="2530602" cy="5567891"/>
          </a:xfrm>
        </p:spPr>
        <p:txBody>
          <a:bodyPr>
            <a:normAutofit/>
          </a:bodyPr>
          <a:lstStyle/>
          <a:p>
            <a:r>
              <a:rPr lang="en-GB" sz="4500" dirty="0"/>
              <a:t>7‑Day AI Starter Plan</a:t>
            </a:r>
            <a:br>
              <a:rPr lang="en-GB" sz="4500" dirty="0"/>
            </a:br>
            <a:endParaRPr lang="en-GB" sz="4500" dirty="0"/>
          </a:p>
        </p:txBody>
      </p:sp>
      <p:graphicFrame>
        <p:nvGraphicFramePr>
          <p:cNvPr id="6" name="Diagram 5">
            <a:extLst>
              <a:ext uri="{FF2B5EF4-FFF2-40B4-BE49-F238E27FC236}">
                <a16:creationId xmlns:a16="http://schemas.microsoft.com/office/drawing/2014/main" id="{D688FB63-1A3A-8FE1-BCD3-EA8636F15858}"/>
              </a:ext>
            </a:extLst>
          </p:cNvPr>
          <p:cNvGraphicFramePr/>
          <p:nvPr>
            <p:extLst>
              <p:ext uri="{D42A27DB-BD31-4B8C-83A1-F6EECF244321}">
                <p14:modId xmlns:p14="http://schemas.microsoft.com/office/powerpoint/2010/main" val="3425260235"/>
              </p:ext>
            </p:extLst>
          </p:nvPr>
        </p:nvGraphicFramePr>
        <p:xfrm>
          <a:off x="2715768" y="256032"/>
          <a:ext cx="6284214" cy="6446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1456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13566" y="0"/>
            <a:ext cx="4393842" cy="1708242"/>
          </a:xfrm>
        </p:spPr>
        <p:txBody>
          <a:bodyPr vert="horz" lIns="91440" tIns="45720" rIns="91440" bIns="45720" rtlCol="0" anchor="ctr">
            <a:normAutofit/>
          </a:bodyPr>
          <a:lstStyle/>
          <a:p>
            <a:pPr algn="l" defTabSz="914400">
              <a:lnSpc>
                <a:spcPct val="90000"/>
              </a:lnSpc>
            </a:pPr>
            <a:r>
              <a:rPr lang="en-US" sz="3500" kern="1200" dirty="0">
                <a:solidFill>
                  <a:schemeClr val="tx1"/>
                </a:solidFill>
                <a:latin typeface="+mj-lt"/>
                <a:ea typeface="+mj-ea"/>
                <a:cs typeface="+mj-cs"/>
              </a:rPr>
              <a:t>We Need Your Voice</a:t>
            </a:r>
          </a:p>
        </p:txBody>
      </p:sp>
      <p:sp>
        <p:nvSpPr>
          <p:cNvPr id="7" name="TextBox 6">
            <a:extLst>
              <a:ext uri="{FF2B5EF4-FFF2-40B4-BE49-F238E27FC236}">
                <a16:creationId xmlns:a16="http://schemas.microsoft.com/office/drawing/2014/main" id="{102767B3-822D-2DEE-E7C4-F8CD1E9E57CA}"/>
              </a:ext>
            </a:extLst>
          </p:cNvPr>
          <p:cNvSpPr txBox="1"/>
          <p:nvPr/>
        </p:nvSpPr>
        <p:spPr>
          <a:xfrm>
            <a:off x="315320" y="2470244"/>
            <a:ext cx="3060271" cy="3769834"/>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defRPr sz="2600">
                <a:solidFill>
                  <a:srgbClr val="1E1E1E"/>
                </a:solidFill>
              </a:defRPr>
            </a:pPr>
            <a:r>
              <a:rPr lang="en-US" sz="1700" dirty="0"/>
              <a:t>AI will not replace women.</a:t>
            </a:r>
          </a:p>
          <a:p>
            <a:pPr indent="-228600" defTabSz="914400">
              <a:lnSpc>
                <a:spcPct val="90000"/>
              </a:lnSpc>
              <a:spcAft>
                <a:spcPts val="600"/>
              </a:spcAft>
              <a:buFont typeface="Arial" panose="020B0604020202020204" pitchFamily="34" charset="0"/>
              <a:buChar char="•"/>
              <a:defRPr sz="2600">
                <a:solidFill>
                  <a:srgbClr val="1E1E1E"/>
                </a:solidFill>
              </a:defRPr>
            </a:pPr>
            <a:r>
              <a:rPr lang="en-US" sz="1700" dirty="0"/>
              <a:t>Women who use AI will outpace those who don’t.</a:t>
            </a:r>
          </a:p>
          <a:p>
            <a:pPr indent="-228600" defTabSz="914400">
              <a:lnSpc>
                <a:spcPct val="90000"/>
              </a:lnSpc>
              <a:spcAft>
                <a:spcPts val="600"/>
              </a:spcAft>
              <a:buFont typeface="Arial" panose="020B0604020202020204" pitchFamily="34" charset="0"/>
              <a:buChar char="•"/>
              <a:defRPr sz="2600">
                <a:solidFill>
                  <a:srgbClr val="1E1E1E"/>
                </a:solidFill>
              </a:defRPr>
            </a:pPr>
            <a:endParaRPr lang="en-US" sz="1700" dirty="0"/>
          </a:p>
          <a:p>
            <a:pPr indent="-228600" defTabSz="914400">
              <a:lnSpc>
                <a:spcPct val="90000"/>
              </a:lnSpc>
              <a:spcAft>
                <a:spcPts val="600"/>
              </a:spcAft>
              <a:buFont typeface="Arial" panose="020B0604020202020204" pitchFamily="34" charset="0"/>
              <a:buChar char="•"/>
              <a:defRPr sz="2600">
                <a:solidFill>
                  <a:srgbClr val="1E1E1E"/>
                </a:solidFill>
              </a:defRPr>
            </a:pPr>
            <a:r>
              <a:rPr lang="en-US" sz="1700" dirty="0"/>
              <a:t>Starting today, that woman can be you.</a:t>
            </a:r>
          </a:p>
        </p:txBody>
      </p:sp>
      <p:sp>
        <p:nvSpPr>
          <p:cNvPr id="14" name="Rectangle 13">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50" y="0"/>
            <a:ext cx="508634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A1F324E-31BD-2D0E-BD10-80612C834445}"/>
              </a:ext>
            </a:extLst>
          </p:cNvPr>
          <p:cNvPicPr>
            <a:picLocks noChangeAspect="1"/>
          </p:cNvPicPr>
          <p:nvPr/>
        </p:nvPicPr>
        <p:blipFill>
          <a:blip r:embed="rId3"/>
          <a:stretch>
            <a:fillRect/>
          </a:stretch>
        </p:blipFill>
        <p:spPr>
          <a:xfrm>
            <a:off x="4572000" y="2093785"/>
            <a:ext cx="4000647" cy="26704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944</Words>
  <Application>Microsoft Office PowerPoint</Application>
  <PresentationFormat>On-screen Show (4:3)</PresentationFormat>
  <Paragraphs>92</Paragraphs>
  <Slides>16</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The Moment We Are In </vt:lpstr>
      <vt:lpstr>What is Artificial Intelligence</vt:lpstr>
      <vt:lpstr>You Already Use AI </vt:lpstr>
      <vt:lpstr>The 'Mechanic' Analogy</vt:lpstr>
      <vt:lpstr>Bridging the Gap (The Career Break)</vt:lpstr>
      <vt:lpstr>The AI Opportunity Map </vt:lpstr>
      <vt:lpstr>Pathway 1: AI Users </vt:lpstr>
      <vt:lpstr>Pathway 2: AI‑Adjacent Roles </vt:lpstr>
      <vt:lpstr>Pathway 3: Technical Path </vt:lpstr>
      <vt:lpstr>The Non-Tech Toolkit (2026 Edition)</vt:lpstr>
      <vt:lpstr>The 'Vibe' Over Code</vt:lpstr>
      <vt:lpstr>Your First Step: The 'Monday Morning' Prompt</vt:lpstr>
      <vt:lpstr>PowerPoint Presentation</vt:lpstr>
      <vt:lpstr>7‑Day AI Starter Plan </vt:lpstr>
      <vt:lpstr>We Need Your Voice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 Title Slide</dc:title>
  <dc:subject/>
  <dc:creator>USER</dc:creator>
  <cp:keywords/>
  <dc:description>generated using python-pptx</dc:description>
  <cp:lastModifiedBy>Sakinat TijaniFolorunso</cp:lastModifiedBy>
  <cp:revision>8</cp:revision>
  <dcterms:created xsi:type="dcterms:W3CDTF">2013-01-27T09:14:16Z</dcterms:created>
  <dcterms:modified xsi:type="dcterms:W3CDTF">2026-03-10T13:01:56Z</dcterms:modified>
  <cp:category/>
</cp:coreProperties>
</file>